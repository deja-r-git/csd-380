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2" r:id="rId5"/>
    <p:sldId id="299" r:id="rId6"/>
    <p:sldId id="261" r:id="rId7"/>
    <p:sldId id="298" r:id="rId8"/>
    <p:sldId id="279" r:id="rId9"/>
    <p:sldId id="276" r:id="rId10"/>
    <p:sldId id="268" r:id="rId11"/>
    <p:sldId id="295" r:id="rId12"/>
    <p:sldId id="2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839" autoAdjust="0"/>
  </p:normalViewPr>
  <p:slideViewPr>
    <p:cSldViewPr snapToGrid="0" showGuides="1">
      <p:cViewPr varScale="1">
        <p:scale>
          <a:sx n="68" d="100"/>
          <a:sy n="68" d="100"/>
        </p:scale>
        <p:origin x="966" y="78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DFF0DD-12D9-455A-9CEA-21EF66186E9A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D54622-8677-438A-833F-4508FB1CA3D3}">
      <dgm:prSet phldrT="[Text]" phldr="0" custT="1"/>
      <dgm:spPr/>
      <dgm:t>
        <a:bodyPr/>
        <a:lstStyle/>
        <a:p>
          <a:r>
            <a:rPr lang="en-US" sz="2000" dirty="0"/>
            <a:t>Enforce a Least Privilege Policy</a:t>
          </a:r>
        </a:p>
      </dgm:t>
    </dgm:pt>
    <dgm:pt modelId="{996C5039-B6B9-468B-8DC5-2892D9DE0D55}" type="parTrans" cxnId="{0619E48A-8C82-48DE-924B-D877C1C3E96E}">
      <dgm:prSet/>
      <dgm:spPr/>
      <dgm:t>
        <a:bodyPr/>
        <a:lstStyle/>
        <a:p>
          <a:endParaRPr lang="en-US"/>
        </a:p>
      </dgm:t>
    </dgm:pt>
    <dgm:pt modelId="{1289F456-727B-4CF6-88A4-DD20DB5B6A94}" type="sibTrans" cxnId="{0619E48A-8C82-48DE-924B-D877C1C3E96E}">
      <dgm:prSet/>
      <dgm:spPr/>
      <dgm:t>
        <a:bodyPr/>
        <a:lstStyle/>
        <a:p>
          <a:endParaRPr lang="en-US"/>
        </a:p>
      </dgm:t>
    </dgm:pt>
    <dgm:pt modelId="{72EBDE38-3269-4816-8493-2DFFC3F7CEAA}">
      <dgm:prSet phldrT="[Text]" phldr="0" custT="1"/>
      <dgm:spPr/>
      <dgm:t>
        <a:bodyPr/>
        <a:lstStyle/>
        <a:p>
          <a:r>
            <a:rPr lang="en-US" sz="1800" dirty="0"/>
            <a:t>Password Protect Private Keys</a:t>
          </a:r>
        </a:p>
      </dgm:t>
    </dgm:pt>
    <dgm:pt modelId="{8E80ABBD-EE51-4A4C-BCE0-E67E093710ED}" type="parTrans" cxnId="{65CBD5F3-B901-4577-B22E-578BE186BDB1}">
      <dgm:prSet/>
      <dgm:spPr/>
      <dgm:t>
        <a:bodyPr/>
        <a:lstStyle/>
        <a:p>
          <a:endParaRPr lang="en-US"/>
        </a:p>
      </dgm:t>
    </dgm:pt>
    <dgm:pt modelId="{5885AA59-0323-470F-B5F7-235F01F15B7B}" type="sibTrans" cxnId="{65CBD5F3-B901-4577-B22E-578BE186BDB1}">
      <dgm:prSet/>
      <dgm:spPr/>
      <dgm:t>
        <a:bodyPr/>
        <a:lstStyle/>
        <a:p>
          <a:endParaRPr lang="en-US"/>
        </a:p>
      </dgm:t>
    </dgm:pt>
    <dgm:pt modelId="{D500CF4D-EA63-4CDA-86D4-808356D8EB54}">
      <dgm:prSet phldrT="[Text]" phldr="0"/>
      <dgm:spPr/>
      <dgm:t>
        <a:bodyPr/>
        <a:lstStyle/>
        <a:p>
          <a:r>
            <a:rPr lang="en-US" dirty="0"/>
            <a:t>Separate Secret Credentials From Source Code</a:t>
          </a:r>
        </a:p>
      </dgm:t>
    </dgm:pt>
    <dgm:pt modelId="{D6A6056C-CED6-471C-8F07-993FC0FC400B}" type="parTrans" cxnId="{8763A1BA-7FCF-4A93-A4DB-EF4D977A781C}">
      <dgm:prSet/>
      <dgm:spPr/>
      <dgm:t>
        <a:bodyPr/>
        <a:lstStyle/>
        <a:p>
          <a:endParaRPr lang="en-US"/>
        </a:p>
      </dgm:t>
    </dgm:pt>
    <dgm:pt modelId="{D8F7A1FA-E9AC-4FEC-A6F4-0366DE594AFA}" type="sibTrans" cxnId="{8763A1BA-7FCF-4A93-A4DB-EF4D977A781C}">
      <dgm:prSet/>
      <dgm:spPr/>
      <dgm:t>
        <a:bodyPr/>
        <a:lstStyle/>
        <a:p>
          <a:endParaRPr lang="en-US"/>
        </a:p>
      </dgm:t>
    </dgm:pt>
    <dgm:pt modelId="{427067A9-0350-41B8-8FA9-F81C7746BE14}" type="pres">
      <dgm:prSet presAssocID="{51DFF0DD-12D9-455A-9CEA-21EF66186E9A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7FE64487-D09A-48A7-B0F8-D2C5D663570C}" type="pres">
      <dgm:prSet presAssocID="{D500CF4D-EA63-4CDA-86D4-808356D8EB54}" presName="gear1" presStyleLbl="node1" presStyleIdx="0" presStyleCnt="3">
        <dgm:presLayoutVars>
          <dgm:chMax val="1"/>
          <dgm:bulletEnabled val="1"/>
        </dgm:presLayoutVars>
      </dgm:prSet>
      <dgm:spPr/>
    </dgm:pt>
    <dgm:pt modelId="{E2850B09-131D-4C4D-A8EB-B9E8172B55DE}" type="pres">
      <dgm:prSet presAssocID="{D500CF4D-EA63-4CDA-86D4-808356D8EB54}" presName="gear1srcNode" presStyleLbl="node1" presStyleIdx="0" presStyleCnt="3"/>
      <dgm:spPr/>
    </dgm:pt>
    <dgm:pt modelId="{67744413-1239-4900-ABE3-09BB0A16AE9E}" type="pres">
      <dgm:prSet presAssocID="{D500CF4D-EA63-4CDA-86D4-808356D8EB54}" presName="gear1dstNode" presStyleLbl="node1" presStyleIdx="0" presStyleCnt="3"/>
      <dgm:spPr/>
    </dgm:pt>
    <dgm:pt modelId="{DFD32E5B-B2E1-4B33-A1A6-7B99775263A4}" type="pres">
      <dgm:prSet presAssocID="{2CD54622-8677-438A-833F-4508FB1CA3D3}" presName="gear2" presStyleLbl="node1" presStyleIdx="1" presStyleCnt="3">
        <dgm:presLayoutVars>
          <dgm:chMax val="1"/>
          <dgm:bulletEnabled val="1"/>
        </dgm:presLayoutVars>
      </dgm:prSet>
      <dgm:spPr/>
    </dgm:pt>
    <dgm:pt modelId="{43B59D22-8739-4606-8822-71AAF9BDD56E}" type="pres">
      <dgm:prSet presAssocID="{2CD54622-8677-438A-833F-4508FB1CA3D3}" presName="gear2srcNode" presStyleLbl="node1" presStyleIdx="1" presStyleCnt="3"/>
      <dgm:spPr/>
    </dgm:pt>
    <dgm:pt modelId="{6D55C356-9301-4AD7-AA69-A7B9D1B96A5A}" type="pres">
      <dgm:prSet presAssocID="{2CD54622-8677-438A-833F-4508FB1CA3D3}" presName="gear2dstNode" presStyleLbl="node1" presStyleIdx="1" presStyleCnt="3"/>
      <dgm:spPr/>
    </dgm:pt>
    <dgm:pt modelId="{8E17267D-9E01-42FD-8FD6-117A481C0109}" type="pres">
      <dgm:prSet presAssocID="{72EBDE38-3269-4816-8493-2DFFC3F7CEAA}" presName="gear3" presStyleLbl="node1" presStyleIdx="2" presStyleCnt="3"/>
      <dgm:spPr/>
    </dgm:pt>
    <dgm:pt modelId="{52FB0905-4033-47B7-8455-03FE8AC5A94C}" type="pres">
      <dgm:prSet presAssocID="{72EBDE38-3269-4816-8493-2DFFC3F7CEAA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0C5C02B8-5E65-4B0A-8BDF-FA05E76DD2C0}" type="pres">
      <dgm:prSet presAssocID="{72EBDE38-3269-4816-8493-2DFFC3F7CEAA}" presName="gear3srcNode" presStyleLbl="node1" presStyleIdx="2" presStyleCnt="3"/>
      <dgm:spPr/>
    </dgm:pt>
    <dgm:pt modelId="{400E651D-7F58-47F0-816C-28FDE60D7136}" type="pres">
      <dgm:prSet presAssocID="{72EBDE38-3269-4816-8493-2DFFC3F7CEAA}" presName="gear3dstNode" presStyleLbl="node1" presStyleIdx="2" presStyleCnt="3"/>
      <dgm:spPr/>
    </dgm:pt>
    <dgm:pt modelId="{F7E6A01F-1647-4405-BD0E-7761FD7BA900}" type="pres">
      <dgm:prSet presAssocID="{D8F7A1FA-E9AC-4FEC-A6F4-0366DE594AFA}" presName="connector1" presStyleLbl="sibTrans2D1" presStyleIdx="0" presStyleCnt="3"/>
      <dgm:spPr/>
    </dgm:pt>
    <dgm:pt modelId="{747BE297-E0A4-4BB6-9D28-452D15087B7A}" type="pres">
      <dgm:prSet presAssocID="{1289F456-727B-4CF6-88A4-DD20DB5B6A94}" presName="connector2" presStyleLbl="sibTrans2D1" presStyleIdx="1" presStyleCnt="3"/>
      <dgm:spPr/>
    </dgm:pt>
    <dgm:pt modelId="{830865AE-D0BC-4616-85AB-02A9B57884B7}" type="pres">
      <dgm:prSet presAssocID="{5885AA59-0323-470F-B5F7-235F01F15B7B}" presName="connector3" presStyleLbl="sibTrans2D1" presStyleIdx="2" presStyleCnt="3"/>
      <dgm:spPr/>
    </dgm:pt>
  </dgm:ptLst>
  <dgm:cxnLst>
    <dgm:cxn modelId="{6DDF9B00-20D6-4AA7-9940-5C5E590AF4B2}" type="presOf" srcId="{51DFF0DD-12D9-455A-9CEA-21EF66186E9A}" destId="{427067A9-0350-41B8-8FA9-F81C7746BE14}" srcOrd="0" destOrd="0" presId="urn:microsoft.com/office/officeart/2005/8/layout/gear1"/>
    <dgm:cxn modelId="{6B681311-B237-4A58-B3BF-C515ACDAFAFF}" type="presOf" srcId="{72EBDE38-3269-4816-8493-2DFFC3F7CEAA}" destId="{52FB0905-4033-47B7-8455-03FE8AC5A94C}" srcOrd="1" destOrd="0" presId="urn:microsoft.com/office/officeart/2005/8/layout/gear1"/>
    <dgm:cxn modelId="{28736611-A13D-44D1-867E-DF686341F7B1}" type="presOf" srcId="{72EBDE38-3269-4816-8493-2DFFC3F7CEAA}" destId="{8E17267D-9E01-42FD-8FD6-117A481C0109}" srcOrd="0" destOrd="0" presId="urn:microsoft.com/office/officeart/2005/8/layout/gear1"/>
    <dgm:cxn modelId="{5EBFC46B-9FF5-4C9F-94A0-B2E0248C854A}" type="presOf" srcId="{1289F456-727B-4CF6-88A4-DD20DB5B6A94}" destId="{747BE297-E0A4-4BB6-9D28-452D15087B7A}" srcOrd="0" destOrd="0" presId="urn:microsoft.com/office/officeart/2005/8/layout/gear1"/>
    <dgm:cxn modelId="{DBFCEB4B-3D88-40AD-9F74-31AB6D822DBF}" type="presOf" srcId="{5885AA59-0323-470F-B5F7-235F01F15B7B}" destId="{830865AE-D0BC-4616-85AB-02A9B57884B7}" srcOrd="0" destOrd="0" presId="urn:microsoft.com/office/officeart/2005/8/layout/gear1"/>
    <dgm:cxn modelId="{E1C54770-06CC-478E-96D8-354F4B32C8B1}" type="presOf" srcId="{72EBDE38-3269-4816-8493-2DFFC3F7CEAA}" destId="{0C5C02B8-5E65-4B0A-8BDF-FA05E76DD2C0}" srcOrd="2" destOrd="0" presId="urn:microsoft.com/office/officeart/2005/8/layout/gear1"/>
    <dgm:cxn modelId="{8F286252-23AF-451E-8F21-39376CF98DFF}" type="presOf" srcId="{D500CF4D-EA63-4CDA-86D4-808356D8EB54}" destId="{67744413-1239-4900-ABE3-09BB0A16AE9E}" srcOrd="2" destOrd="0" presId="urn:microsoft.com/office/officeart/2005/8/layout/gear1"/>
    <dgm:cxn modelId="{BE705E75-91F7-42BB-808E-964789D7DC5A}" type="presOf" srcId="{2CD54622-8677-438A-833F-4508FB1CA3D3}" destId="{43B59D22-8739-4606-8822-71AAF9BDD56E}" srcOrd="1" destOrd="0" presId="urn:microsoft.com/office/officeart/2005/8/layout/gear1"/>
    <dgm:cxn modelId="{B886567C-3103-4250-B840-A4419CC79007}" type="presOf" srcId="{D500CF4D-EA63-4CDA-86D4-808356D8EB54}" destId="{E2850B09-131D-4C4D-A8EB-B9E8172B55DE}" srcOrd="1" destOrd="0" presId="urn:microsoft.com/office/officeart/2005/8/layout/gear1"/>
    <dgm:cxn modelId="{0619E48A-8C82-48DE-924B-D877C1C3E96E}" srcId="{51DFF0DD-12D9-455A-9CEA-21EF66186E9A}" destId="{2CD54622-8677-438A-833F-4508FB1CA3D3}" srcOrd="1" destOrd="0" parTransId="{996C5039-B6B9-468B-8DC5-2892D9DE0D55}" sibTransId="{1289F456-727B-4CF6-88A4-DD20DB5B6A94}"/>
    <dgm:cxn modelId="{8763A1BA-7FCF-4A93-A4DB-EF4D977A781C}" srcId="{51DFF0DD-12D9-455A-9CEA-21EF66186E9A}" destId="{D500CF4D-EA63-4CDA-86D4-808356D8EB54}" srcOrd="0" destOrd="0" parTransId="{D6A6056C-CED6-471C-8F07-993FC0FC400B}" sibTransId="{D8F7A1FA-E9AC-4FEC-A6F4-0366DE594AFA}"/>
    <dgm:cxn modelId="{A0CC7FD2-3A1D-4BEE-AA53-95A3D922EB54}" type="presOf" srcId="{72EBDE38-3269-4816-8493-2DFFC3F7CEAA}" destId="{400E651D-7F58-47F0-816C-28FDE60D7136}" srcOrd="3" destOrd="0" presId="urn:microsoft.com/office/officeart/2005/8/layout/gear1"/>
    <dgm:cxn modelId="{39F6B1EE-FA64-4123-A04F-2C39CB81AF7B}" type="presOf" srcId="{2CD54622-8677-438A-833F-4508FB1CA3D3}" destId="{DFD32E5B-B2E1-4B33-A1A6-7B99775263A4}" srcOrd="0" destOrd="0" presId="urn:microsoft.com/office/officeart/2005/8/layout/gear1"/>
    <dgm:cxn modelId="{65CBD5F3-B901-4577-B22E-578BE186BDB1}" srcId="{51DFF0DD-12D9-455A-9CEA-21EF66186E9A}" destId="{72EBDE38-3269-4816-8493-2DFFC3F7CEAA}" srcOrd="2" destOrd="0" parTransId="{8E80ABBD-EE51-4A4C-BCE0-E67E093710ED}" sibTransId="{5885AA59-0323-470F-B5F7-235F01F15B7B}"/>
    <dgm:cxn modelId="{C2FE3EF6-445C-4B9C-8F5B-4E200E3735F5}" type="presOf" srcId="{D500CF4D-EA63-4CDA-86D4-808356D8EB54}" destId="{7FE64487-D09A-48A7-B0F8-D2C5D663570C}" srcOrd="0" destOrd="0" presId="urn:microsoft.com/office/officeart/2005/8/layout/gear1"/>
    <dgm:cxn modelId="{CEE7B6FE-6056-4FA2-A20B-3C5DF2C0FF20}" type="presOf" srcId="{2CD54622-8677-438A-833F-4508FB1CA3D3}" destId="{6D55C356-9301-4AD7-AA69-A7B9D1B96A5A}" srcOrd="2" destOrd="0" presId="urn:microsoft.com/office/officeart/2005/8/layout/gear1"/>
    <dgm:cxn modelId="{7563C2FE-8B4F-4E99-8CA6-91F8368AF2D8}" type="presOf" srcId="{D8F7A1FA-E9AC-4FEC-A6F4-0366DE594AFA}" destId="{F7E6A01F-1647-4405-BD0E-7761FD7BA900}" srcOrd="0" destOrd="0" presId="urn:microsoft.com/office/officeart/2005/8/layout/gear1"/>
    <dgm:cxn modelId="{1DCC2F79-2157-4D36-99AC-F5D934A655BF}" type="presParOf" srcId="{427067A9-0350-41B8-8FA9-F81C7746BE14}" destId="{7FE64487-D09A-48A7-B0F8-D2C5D663570C}" srcOrd="0" destOrd="0" presId="urn:microsoft.com/office/officeart/2005/8/layout/gear1"/>
    <dgm:cxn modelId="{B1113892-46F7-4D98-BBB9-6270010AD0F1}" type="presParOf" srcId="{427067A9-0350-41B8-8FA9-F81C7746BE14}" destId="{E2850B09-131D-4C4D-A8EB-B9E8172B55DE}" srcOrd="1" destOrd="0" presId="urn:microsoft.com/office/officeart/2005/8/layout/gear1"/>
    <dgm:cxn modelId="{A6515780-EE3D-46F8-813A-5D9E126470B1}" type="presParOf" srcId="{427067A9-0350-41B8-8FA9-F81C7746BE14}" destId="{67744413-1239-4900-ABE3-09BB0A16AE9E}" srcOrd="2" destOrd="0" presId="urn:microsoft.com/office/officeart/2005/8/layout/gear1"/>
    <dgm:cxn modelId="{2066C84F-B0B0-49C4-8600-0728730C6234}" type="presParOf" srcId="{427067A9-0350-41B8-8FA9-F81C7746BE14}" destId="{DFD32E5B-B2E1-4B33-A1A6-7B99775263A4}" srcOrd="3" destOrd="0" presId="urn:microsoft.com/office/officeart/2005/8/layout/gear1"/>
    <dgm:cxn modelId="{1C91CD47-78BF-4B74-81C4-9E9D89329EF1}" type="presParOf" srcId="{427067A9-0350-41B8-8FA9-F81C7746BE14}" destId="{43B59D22-8739-4606-8822-71AAF9BDD56E}" srcOrd="4" destOrd="0" presId="urn:microsoft.com/office/officeart/2005/8/layout/gear1"/>
    <dgm:cxn modelId="{02C0CE32-1BDA-4759-B280-65D7D08EF8CD}" type="presParOf" srcId="{427067A9-0350-41B8-8FA9-F81C7746BE14}" destId="{6D55C356-9301-4AD7-AA69-A7B9D1B96A5A}" srcOrd="5" destOrd="0" presId="urn:microsoft.com/office/officeart/2005/8/layout/gear1"/>
    <dgm:cxn modelId="{72D0E111-0476-46FF-87D1-B6C3D9EC87B5}" type="presParOf" srcId="{427067A9-0350-41B8-8FA9-F81C7746BE14}" destId="{8E17267D-9E01-42FD-8FD6-117A481C0109}" srcOrd="6" destOrd="0" presId="urn:microsoft.com/office/officeart/2005/8/layout/gear1"/>
    <dgm:cxn modelId="{87969516-C347-4BE2-96BF-5C5B34DF4E04}" type="presParOf" srcId="{427067A9-0350-41B8-8FA9-F81C7746BE14}" destId="{52FB0905-4033-47B7-8455-03FE8AC5A94C}" srcOrd="7" destOrd="0" presId="urn:microsoft.com/office/officeart/2005/8/layout/gear1"/>
    <dgm:cxn modelId="{E894FDFD-287E-4DED-8379-AB42A4CE5FAF}" type="presParOf" srcId="{427067A9-0350-41B8-8FA9-F81C7746BE14}" destId="{0C5C02B8-5E65-4B0A-8BDF-FA05E76DD2C0}" srcOrd="8" destOrd="0" presId="urn:microsoft.com/office/officeart/2005/8/layout/gear1"/>
    <dgm:cxn modelId="{2D57C900-9F11-4E73-BF34-42C03C660C0E}" type="presParOf" srcId="{427067A9-0350-41B8-8FA9-F81C7746BE14}" destId="{400E651D-7F58-47F0-816C-28FDE60D7136}" srcOrd="9" destOrd="0" presId="urn:microsoft.com/office/officeart/2005/8/layout/gear1"/>
    <dgm:cxn modelId="{DDE5C0F2-54F6-4A61-BF32-95D197670090}" type="presParOf" srcId="{427067A9-0350-41B8-8FA9-F81C7746BE14}" destId="{F7E6A01F-1647-4405-BD0E-7761FD7BA900}" srcOrd="10" destOrd="0" presId="urn:microsoft.com/office/officeart/2005/8/layout/gear1"/>
    <dgm:cxn modelId="{B68FC3D4-18D7-44DD-9F48-3F78C1D18ADD}" type="presParOf" srcId="{427067A9-0350-41B8-8FA9-F81C7746BE14}" destId="{747BE297-E0A4-4BB6-9D28-452D15087B7A}" srcOrd="11" destOrd="0" presId="urn:microsoft.com/office/officeart/2005/8/layout/gear1"/>
    <dgm:cxn modelId="{DDE217DB-5C6B-4D5B-B772-B0E1F75640BF}" type="presParOf" srcId="{427067A9-0350-41B8-8FA9-F81C7746BE14}" destId="{830865AE-D0BC-4616-85AB-02A9B57884B7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F91D76-E1D0-455D-97F6-3891614DB80C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1F6FBCD-E535-411D-A1EA-0489FF003559}">
      <dgm:prSet phldrT="[Text]" phldr="0" custT="1"/>
      <dgm:spPr/>
      <dgm:t>
        <a:bodyPr/>
        <a:lstStyle/>
        <a:p>
          <a:r>
            <a:rPr lang="en-US" sz="1400" dirty="0"/>
            <a:t>Vulnerability Scanners</a:t>
          </a:r>
        </a:p>
      </dgm:t>
    </dgm:pt>
    <dgm:pt modelId="{78B24E58-3A26-4943-94C2-F6F3F0E9AA92}" type="parTrans" cxnId="{37C551E5-28D0-4311-B707-00454CDA95A2}">
      <dgm:prSet/>
      <dgm:spPr/>
      <dgm:t>
        <a:bodyPr/>
        <a:lstStyle/>
        <a:p>
          <a:endParaRPr lang="en-US"/>
        </a:p>
      </dgm:t>
    </dgm:pt>
    <dgm:pt modelId="{4CADB7DE-48E0-44F7-A061-9B4BBF45632C}" type="sibTrans" cxnId="{37C551E5-28D0-4311-B707-00454CDA95A2}">
      <dgm:prSet/>
      <dgm:spPr/>
      <dgm:t>
        <a:bodyPr/>
        <a:lstStyle/>
        <a:p>
          <a:endParaRPr lang="en-US"/>
        </a:p>
      </dgm:t>
    </dgm:pt>
    <dgm:pt modelId="{D0BE0871-C4E5-4188-9964-0248FF6FC777}">
      <dgm:prSet phldrT="[Text]" phldr="0" custT="1"/>
      <dgm:spPr/>
      <dgm:t>
        <a:bodyPr/>
        <a:lstStyle/>
        <a:p>
          <a:r>
            <a:rPr lang="en-US" sz="1400" dirty="0"/>
            <a:t>Static Application Security Testing</a:t>
          </a:r>
        </a:p>
      </dgm:t>
    </dgm:pt>
    <dgm:pt modelId="{28653150-E155-4AA3-A746-AF2238B6A422}" type="parTrans" cxnId="{7687C8F1-C5BE-4D01-9738-853051A726B5}">
      <dgm:prSet/>
      <dgm:spPr/>
      <dgm:t>
        <a:bodyPr/>
        <a:lstStyle/>
        <a:p>
          <a:endParaRPr lang="en-US"/>
        </a:p>
      </dgm:t>
    </dgm:pt>
    <dgm:pt modelId="{03419B92-0FEA-4B1D-A9E8-34B25556A2B6}" type="sibTrans" cxnId="{7687C8F1-C5BE-4D01-9738-853051A726B5}">
      <dgm:prSet/>
      <dgm:spPr/>
      <dgm:t>
        <a:bodyPr/>
        <a:lstStyle/>
        <a:p>
          <a:endParaRPr lang="en-US"/>
        </a:p>
      </dgm:t>
    </dgm:pt>
    <dgm:pt modelId="{57D6F522-ABBE-49C5-9A01-3F3FEFC15376}">
      <dgm:prSet phldrT="[Text]" phldr="0"/>
      <dgm:spPr/>
      <dgm:t>
        <a:bodyPr/>
        <a:lstStyle/>
        <a:p>
          <a:r>
            <a:rPr lang="en-US" dirty="0"/>
            <a:t>Network Security</a:t>
          </a:r>
        </a:p>
      </dgm:t>
    </dgm:pt>
    <dgm:pt modelId="{DCBCAE31-F295-487C-95F8-5E142E7E8C0E}" type="parTrans" cxnId="{6406A7AB-41FA-44EC-9241-A7600DC07EAD}">
      <dgm:prSet/>
      <dgm:spPr/>
      <dgm:t>
        <a:bodyPr/>
        <a:lstStyle/>
        <a:p>
          <a:endParaRPr lang="en-US"/>
        </a:p>
      </dgm:t>
    </dgm:pt>
    <dgm:pt modelId="{064F69B1-7FEA-4396-AAAC-A0395B13FDB5}" type="sibTrans" cxnId="{6406A7AB-41FA-44EC-9241-A7600DC07EAD}">
      <dgm:prSet/>
      <dgm:spPr/>
      <dgm:t>
        <a:bodyPr/>
        <a:lstStyle/>
        <a:p>
          <a:endParaRPr lang="en-US"/>
        </a:p>
      </dgm:t>
    </dgm:pt>
    <dgm:pt modelId="{453DF29A-2116-43C2-AC7A-05505B9E9139}">
      <dgm:prSet phldrT="[Text]" phldr="0"/>
      <dgm:spPr/>
      <dgm:t>
        <a:bodyPr/>
        <a:lstStyle/>
        <a:p>
          <a:r>
            <a:rPr lang="en-US" dirty="0"/>
            <a:t>Role-based Access Control</a:t>
          </a:r>
        </a:p>
      </dgm:t>
    </dgm:pt>
    <dgm:pt modelId="{15477789-1BD2-49EF-8467-DA39E25602FD}" type="parTrans" cxnId="{66ACCA40-202F-4A6F-AB72-9E32D5BA1E40}">
      <dgm:prSet/>
      <dgm:spPr/>
      <dgm:t>
        <a:bodyPr/>
        <a:lstStyle/>
        <a:p>
          <a:endParaRPr lang="en-US"/>
        </a:p>
      </dgm:t>
    </dgm:pt>
    <dgm:pt modelId="{8DA575F8-A6F2-4F8A-993E-BA1FDFA6537C}" type="sibTrans" cxnId="{66ACCA40-202F-4A6F-AB72-9E32D5BA1E40}">
      <dgm:prSet/>
      <dgm:spPr/>
      <dgm:t>
        <a:bodyPr/>
        <a:lstStyle/>
        <a:p>
          <a:endParaRPr lang="en-US"/>
        </a:p>
      </dgm:t>
    </dgm:pt>
    <dgm:pt modelId="{ACE0EE0E-E7D3-4200-88F7-8D4ED0634475}">
      <dgm:prSet phldrT="[Text]" phldr="0" custT="1"/>
      <dgm:spPr/>
      <dgm:t>
        <a:bodyPr/>
        <a:lstStyle/>
        <a:p>
          <a:r>
            <a:rPr lang="en-US" sz="1400" dirty="0"/>
            <a:t>Software Composition Analysis</a:t>
          </a:r>
        </a:p>
      </dgm:t>
    </dgm:pt>
    <dgm:pt modelId="{D7C42775-7729-496E-86E8-044B5DA0E7E0}" type="parTrans" cxnId="{296A3995-77A5-4025-BF8D-354420ED8D15}">
      <dgm:prSet/>
      <dgm:spPr/>
      <dgm:t>
        <a:bodyPr/>
        <a:lstStyle/>
        <a:p>
          <a:endParaRPr lang="en-US"/>
        </a:p>
      </dgm:t>
    </dgm:pt>
    <dgm:pt modelId="{CE2464A1-B073-43DA-9E19-A097DC2906F2}" type="sibTrans" cxnId="{296A3995-77A5-4025-BF8D-354420ED8D15}">
      <dgm:prSet/>
      <dgm:spPr/>
      <dgm:t>
        <a:bodyPr/>
        <a:lstStyle/>
        <a:p>
          <a:endParaRPr lang="en-US"/>
        </a:p>
      </dgm:t>
    </dgm:pt>
    <dgm:pt modelId="{60505EE1-30EE-40E4-874B-58F32A8CC70A}">
      <dgm:prSet phldrT="[Text]" phldr="0"/>
      <dgm:spPr/>
      <dgm:t>
        <a:bodyPr/>
        <a:lstStyle/>
        <a:p>
          <a:r>
            <a:rPr lang="en-US"/>
            <a:t>Endpoint Protection Tools</a:t>
          </a:r>
          <a:endParaRPr lang="en-US" dirty="0"/>
        </a:p>
      </dgm:t>
    </dgm:pt>
    <dgm:pt modelId="{C8B1291B-BD3B-414F-9DF5-BFD59307A776}" type="parTrans" cxnId="{E663E17C-E62A-48AE-BAC4-1920D13E5C62}">
      <dgm:prSet/>
      <dgm:spPr/>
      <dgm:t>
        <a:bodyPr/>
        <a:lstStyle/>
        <a:p>
          <a:endParaRPr lang="en-US"/>
        </a:p>
      </dgm:t>
    </dgm:pt>
    <dgm:pt modelId="{8126FE2A-558A-4C80-9C2C-CC825049FF2A}" type="sibTrans" cxnId="{E663E17C-E62A-48AE-BAC4-1920D13E5C62}">
      <dgm:prSet/>
      <dgm:spPr/>
      <dgm:t>
        <a:bodyPr/>
        <a:lstStyle/>
        <a:p>
          <a:endParaRPr lang="en-US"/>
        </a:p>
      </dgm:t>
    </dgm:pt>
    <dgm:pt modelId="{3CF132D2-E689-4E97-9FBA-A0059F8F9FC7}">
      <dgm:prSet phldrT="[Text]" phldr="0"/>
      <dgm:spPr/>
      <dgm:t>
        <a:bodyPr/>
        <a:lstStyle/>
        <a:p>
          <a:r>
            <a:rPr lang="en-US"/>
            <a:t>Authorization Tools</a:t>
          </a:r>
          <a:endParaRPr lang="en-US" dirty="0"/>
        </a:p>
      </dgm:t>
    </dgm:pt>
    <dgm:pt modelId="{167D0B75-E561-4796-955F-2519226CE070}" type="parTrans" cxnId="{67E1E4F9-FFC2-438D-877E-A5D70FCBA5FF}">
      <dgm:prSet/>
      <dgm:spPr/>
      <dgm:t>
        <a:bodyPr/>
        <a:lstStyle/>
        <a:p>
          <a:endParaRPr lang="en-US"/>
        </a:p>
      </dgm:t>
    </dgm:pt>
    <dgm:pt modelId="{99208714-4A7E-4FF5-91F4-AD134D53D649}" type="sibTrans" cxnId="{67E1E4F9-FFC2-438D-877E-A5D70FCBA5FF}">
      <dgm:prSet/>
      <dgm:spPr/>
      <dgm:t>
        <a:bodyPr/>
        <a:lstStyle/>
        <a:p>
          <a:endParaRPr lang="en-US"/>
        </a:p>
      </dgm:t>
    </dgm:pt>
    <dgm:pt modelId="{81CE6AB1-9C15-4F5D-BE2B-E0E37569E7F5}">
      <dgm:prSet phldrT="[Text]" phldr="0"/>
      <dgm:spPr/>
      <dgm:t>
        <a:bodyPr/>
        <a:lstStyle/>
        <a:p>
          <a:r>
            <a:rPr lang="en-US" dirty="0"/>
            <a:t>Supply Chain Security</a:t>
          </a:r>
        </a:p>
      </dgm:t>
    </dgm:pt>
    <dgm:pt modelId="{0F0AD916-386E-4075-BD47-0B1A1FFB3469}" type="parTrans" cxnId="{61035AB1-9EA2-4F21-8395-96DA7F19CC46}">
      <dgm:prSet/>
      <dgm:spPr/>
      <dgm:t>
        <a:bodyPr/>
        <a:lstStyle/>
        <a:p>
          <a:endParaRPr lang="en-US"/>
        </a:p>
      </dgm:t>
    </dgm:pt>
    <dgm:pt modelId="{DDF27931-F6C6-44FF-AE40-7F65921C59F6}" type="sibTrans" cxnId="{61035AB1-9EA2-4F21-8395-96DA7F19CC46}">
      <dgm:prSet/>
      <dgm:spPr/>
      <dgm:t>
        <a:bodyPr/>
        <a:lstStyle/>
        <a:p>
          <a:endParaRPr lang="en-US"/>
        </a:p>
      </dgm:t>
    </dgm:pt>
    <dgm:pt modelId="{5C6E984A-6E70-4612-8EDA-E9B83BC7EE6A}" type="pres">
      <dgm:prSet presAssocID="{9BF91D76-E1D0-455D-97F6-3891614DB80C}" presName="Name0" presStyleCnt="0">
        <dgm:presLayoutVars>
          <dgm:chMax val="7"/>
          <dgm:chPref val="7"/>
          <dgm:dir/>
        </dgm:presLayoutVars>
      </dgm:prSet>
      <dgm:spPr/>
    </dgm:pt>
    <dgm:pt modelId="{EC4DC0C1-FB38-4283-BF7E-CF8540498E51}" type="pres">
      <dgm:prSet presAssocID="{9BF91D76-E1D0-455D-97F6-3891614DB80C}" presName="Name1" presStyleCnt="0"/>
      <dgm:spPr/>
    </dgm:pt>
    <dgm:pt modelId="{72DE34BE-AADD-41D2-8395-A284056FE43D}" type="pres">
      <dgm:prSet presAssocID="{9BF91D76-E1D0-455D-97F6-3891614DB80C}" presName="cycle" presStyleCnt="0"/>
      <dgm:spPr/>
    </dgm:pt>
    <dgm:pt modelId="{598F0ADA-BB81-4102-86B5-2F041300A644}" type="pres">
      <dgm:prSet presAssocID="{9BF91D76-E1D0-455D-97F6-3891614DB80C}" presName="srcNode" presStyleLbl="node1" presStyleIdx="0" presStyleCnt="5"/>
      <dgm:spPr/>
    </dgm:pt>
    <dgm:pt modelId="{C6768A38-B437-42EE-90C0-6C2AE6E044C6}" type="pres">
      <dgm:prSet presAssocID="{9BF91D76-E1D0-455D-97F6-3891614DB80C}" presName="conn" presStyleLbl="parChTrans1D2" presStyleIdx="0" presStyleCnt="1"/>
      <dgm:spPr/>
    </dgm:pt>
    <dgm:pt modelId="{D8A47C36-3122-4FC3-BB47-188100265C3B}" type="pres">
      <dgm:prSet presAssocID="{9BF91D76-E1D0-455D-97F6-3891614DB80C}" presName="extraNode" presStyleLbl="node1" presStyleIdx="0" presStyleCnt="5"/>
      <dgm:spPr/>
    </dgm:pt>
    <dgm:pt modelId="{CCE48CF3-5A9A-480B-A6FD-FB946E091B89}" type="pres">
      <dgm:prSet presAssocID="{9BF91D76-E1D0-455D-97F6-3891614DB80C}" presName="dstNode" presStyleLbl="node1" presStyleIdx="0" presStyleCnt="5"/>
      <dgm:spPr/>
    </dgm:pt>
    <dgm:pt modelId="{A6C9EEC2-01FD-49E6-9EE9-05FCC5452A9D}" type="pres">
      <dgm:prSet presAssocID="{01F6FBCD-E535-411D-A1EA-0489FF003559}" presName="text_1" presStyleLbl="node1" presStyleIdx="0" presStyleCnt="5">
        <dgm:presLayoutVars>
          <dgm:bulletEnabled val="1"/>
        </dgm:presLayoutVars>
      </dgm:prSet>
      <dgm:spPr/>
    </dgm:pt>
    <dgm:pt modelId="{B47B3211-289A-4974-B23A-5A39656CF00B}" type="pres">
      <dgm:prSet presAssocID="{01F6FBCD-E535-411D-A1EA-0489FF003559}" presName="accent_1" presStyleCnt="0"/>
      <dgm:spPr/>
    </dgm:pt>
    <dgm:pt modelId="{864ADD04-7A4C-49B0-888B-AD4AF8B475FF}" type="pres">
      <dgm:prSet presAssocID="{01F6FBCD-E535-411D-A1EA-0489FF003559}" presName="accentRepeatNode" presStyleLbl="solidFgAcc1" presStyleIdx="0" presStyleCnt="5"/>
      <dgm:spPr/>
    </dgm:pt>
    <dgm:pt modelId="{53C5FD18-2D4D-468E-B61A-5A16608DECA0}" type="pres">
      <dgm:prSet presAssocID="{57D6F522-ABBE-49C5-9A01-3F3FEFC15376}" presName="text_2" presStyleLbl="node1" presStyleIdx="1" presStyleCnt="5">
        <dgm:presLayoutVars>
          <dgm:bulletEnabled val="1"/>
        </dgm:presLayoutVars>
      </dgm:prSet>
      <dgm:spPr/>
    </dgm:pt>
    <dgm:pt modelId="{25448E7E-8829-4074-B6AE-7FEA7E070CD8}" type="pres">
      <dgm:prSet presAssocID="{57D6F522-ABBE-49C5-9A01-3F3FEFC15376}" presName="accent_2" presStyleCnt="0"/>
      <dgm:spPr/>
    </dgm:pt>
    <dgm:pt modelId="{A23E17F7-D2F4-40D8-949A-02D93BA8C6AE}" type="pres">
      <dgm:prSet presAssocID="{57D6F522-ABBE-49C5-9A01-3F3FEFC15376}" presName="accentRepeatNode" presStyleLbl="solidFgAcc1" presStyleIdx="1" presStyleCnt="5"/>
      <dgm:spPr/>
    </dgm:pt>
    <dgm:pt modelId="{AC2602C9-5CAB-432F-A741-CC96BFA7996D}" type="pres">
      <dgm:prSet presAssocID="{60505EE1-30EE-40E4-874B-58F32A8CC70A}" presName="text_3" presStyleLbl="node1" presStyleIdx="2" presStyleCnt="5">
        <dgm:presLayoutVars>
          <dgm:bulletEnabled val="1"/>
        </dgm:presLayoutVars>
      </dgm:prSet>
      <dgm:spPr/>
    </dgm:pt>
    <dgm:pt modelId="{29B1995C-CEB8-47F4-AD03-6EF1836DEE92}" type="pres">
      <dgm:prSet presAssocID="{60505EE1-30EE-40E4-874B-58F32A8CC70A}" presName="accent_3" presStyleCnt="0"/>
      <dgm:spPr/>
    </dgm:pt>
    <dgm:pt modelId="{524BAD9A-0AA2-4D8A-8041-3BB111B14947}" type="pres">
      <dgm:prSet presAssocID="{60505EE1-30EE-40E4-874B-58F32A8CC70A}" presName="accentRepeatNode" presStyleLbl="solidFgAcc1" presStyleIdx="2" presStyleCnt="5"/>
      <dgm:spPr/>
    </dgm:pt>
    <dgm:pt modelId="{D9621A2B-C93B-434A-84EC-9A377FC4C5C8}" type="pres">
      <dgm:prSet presAssocID="{3CF132D2-E689-4E97-9FBA-A0059F8F9FC7}" presName="text_4" presStyleLbl="node1" presStyleIdx="3" presStyleCnt="5">
        <dgm:presLayoutVars>
          <dgm:bulletEnabled val="1"/>
        </dgm:presLayoutVars>
      </dgm:prSet>
      <dgm:spPr/>
    </dgm:pt>
    <dgm:pt modelId="{9EC74AF5-D69B-43CE-8F39-B69BF697FF27}" type="pres">
      <dgm:prSet presAssocID="{3CF132D2-E689-4E97-9FBA-A0059F8F9FC7}" presName="accent_4" presStyleCnt="0"/>
      <dgm:spPr/>
    </dgm:pt>
    <dgm:pt modelId="{1D85B67A-1E90-4278-9213-C1AABB55AC3F}" type="pres">
      <dgm:prSet presAssocID="{3CF132D2-E689-4E97-9FBA-A0059F8F9FC7}" presName="accentRepeatNode" presStyleLbl="solidFgAcc1" presStyleIdx="3" presStyleCnt="5"/>
      <dgm:spPr/>
    </dgm:pt>
    <dgm:pt modelId="{2C854041-B77E-438F-99D5-41F51103D2C4}" type="pres">
      <dgm:prSet presAssocID="{81CE6AB1-9C15-4F5D-BE2B-E0E37569E7F5}" presName="text_5" presStyleLbl="node1" presStyleIdx="4" presStyleCnt="5">
        <dgm:presLayoutVars>
          <dgm:bulletEnabled val="1"/>
        </dgm:presLayoutVars>
      </dgm:prSet>
      <dgm:spPr/>
    </dgm:pt>
    <dgm:pt modelId="{946FA638-2714-410A-9362-A288C271E36B}" type="pres">
      <dgm:prSet presAssocID="{81CE6AB1-9C15-4F5D-BE2B-E0E37569E7F5}" presName="accent_5" presStyleCnt="0"/>
      <dgm:spPr/>
    </dgm:pt>
    <dgm:pt modelId="{37CC0ECD-ABA8-401F-AD64-7989B33A1A00}" type="pres">
      <dgm:prSet presAssocID="{81CE6AB1-9C15-4F5D-BE2B-E0E37569E7F5}" presName="accentRepeatNode" presStyleLbl="solidFgAcc1" presStyleIdx="4" presStyleCnt="5"/>
      <dgm:spPr/>
    </dgm:pt>
  </dgm:ptLst>
  <dgm:cxnLst>
    <dgm:cxn modelId="{B713643A-DB47-4BDA-9F53-1F0C95A867AF}" type="presOf" srcId="{01F6FBCD-E535-411D-A1EA-0489FF003559}" destId="{A6C9EEC2-01FD-49E6-9EE9-05FCC5452A9D}" srcOrd="0" destOrd="0" presId="urn:microsoft.com/office/officeart/2008/layout/VerticalCurvedList"/>
    <dgm:cxn modelId="{66ACCA40-202F-4A6F-AB72-9E32D5BA1E40}" srcId="{3CF132D2-E689-4E97-9FBA-A0059F8F9FC7}" destId="{453DF29A-2116-43C2-AC7A-05505B9E9139}" srcOrd="0" destOrd="0" parTransId="{15477789-1BD2-49EF-8467-DA39E25602FD}" sibTransId="{8DA575F8-A6F2-4F8A-993E-BA1FDFA6537C}"/>
    <dgm:cxn modelId="{5B8C285B-17D8-430A-9A41-8F88AABB4B7C}" type="presOf" srcId="{3CF132D2-E689-4E97-9FBA-A0059F8F9FC7}" destId="{D9621A2B-C93B-434A-84EC-9A377FC4C5C8}" srcOrd="0" destOrd="0" presId="urn:microsoft.com/office/officeart/2008/layout/VerticalCurvedList"/>
    <dgm:cxn modelId="{E663E17C-E62A-48AE-BAC4-1920D13E5C62}" srcId="{9BF91D76-E1D0-455D-97F6-3891614DB80C}" destId="{60505EE1-30EE-40E4-874B-58F32A8CC70A}" srcOrd="2" destOrd="0" parTransId="{C8B1291B-BD3B-414F-9DF5-BFD59307A776}" sibTransId="{8126FE2A-558A-4C80-9C2C-CC825049FF2A}"/>
    <dgm:cxn modelId="{5EF8FA8C-B194-4CD8-9206-E9474904D9A4}" type="presOf" srcId="{03419B92-0FEA-4B1D-A9E8-34B25556A2B6}" destId="{C6768A38-B437-42EE-90C0-6C2AE6E044C6}" srcOrd="0" destOrd="0" presId="urn:microsoft.com/office/officeart/2008/layout/VerticalCurvedList"/>
    <dgm:cxn modelId="{296A3995-77A5-4025-BF8D-354420ED8D15}" srcId="{01F6FBCD-E535-411D-A1EA-0489FF003559}" destId="{ACE0EE0E-E7D3-4200-88F7-8D4ED0634475}" srcOrd="1" destOrd="0" parTransId="{D7C42775-7729-496E-86E8-044B5DA0E7E0}" sibTransId="{CE2464A1-B073-43DA-9E19-A097DC2906F2}"/>
    <dgm:cxn modelId="{6406A7AB-41FA-44EC-9241-A7600DC07EAD}" srcId="{9BF91D76-E1D0-455D-97F6-3891614DB80C}" destId="{57D6F522-ABBE-49C5-9A01-3F3FEFC15376}" srcOrd="1" destOrd="0" parTransId="{DCBCAE31-F295-487C-95F8-5E142E7E8C0E}" sibTransId="{064F69B1-7FEA-4396-AAAC-A0395B13FDB5}"/>
    <dgm:cxn modelId="{82AB34AE-B341-43AC-B422-8B35DC20B130}" type="presOf" srcId="{ACE0EE0E-E7D3-4200-88F7-8D4ED0634475}" destId="{A6C9EEC2-01FD-49E6-9EE9-05FCC5452A9D}" srcOrd="0" destOrd="2" presId="urn:microsoft.com/office/officeart/2008/layout/VerticalCurvedList"/>
    <dgm:cxn modelId="{8E59ECAE-8974-482E-A543-169CC827550A}" type="presOf" srcId="{60505EE1-30EE-40E4-874B-58F32A8CC70A}" destId="{AC2602C9-5CAB-432F-A741-CC96BFA7996D}" srcOrd="0" destOrd="0" presId="urn:microsoft.com/office/officeart/2008/layout/VerticalCurvedList"/>
    <dgm:cxn modelId="{61035AB1-9EA2-4F21-8395-96DA7F19CC46}" srcId="{9BF91D76-E1D0-455D-97F6-3891614DB80C}" destId="{81CE6AB1-9C15-4F5D-BE2B-E0E37569E7F5}" srcOrd="4" destOrd="0" parTransId="{0F0AD916-386E-4075-BD47-0B1A1FFB3469}" sibTransId="{DDF27931-F6C6-44FF-AE40-7F65921C59F6}"/>
    <dgm:cxn modelId="{FAB0B0C5-0BA2-48F3-8137-5EE43C6BAD3A}" type="presOf" srcId="{453DF29A-2116-43C2-AC7A-05505B9E9139}" destId="{D9621A2B-C93B-434A-84EC-9A377FC4C5C8}" srcOrd="0" destOrd="1" presId="urn:microsoft.com/office/officeart/2008/layout/VerticalCurvedList"/>
    <dgm:cxn modelId="{3DC951CD-561A-4602-A3E5-0909CFF6ED20}" type="presOf" srcId="{81CE6AB1-9C15-4F5D-BE2B-E0E37569E7F5}" destId="{2C854041-B77E-438F-99D5-41F51103D2C4}" srcOrd="0" destOrd="0" presId="urn:microsoft.com/office/officeart/2008/layout/VerticalCurvedList"/>
    <dgm:cxn modelId="{FE7F46D1-4518-4917-915F-138E5BE15BB3}" type="presOf" srcId="{57D6F522-ABBE-49C5-9A01-3F3FEFC15376}" destId="{53C5FD18-2D4D-468E-B61A-5A16608DECA0}" srcOrd="0" destOrd="0" presId="urn:microsoft.com/office/officeart/2008/layout/VerticalCurvedList"/>
    <dgm:cxn modelId="{37C551E5-28D0-4311-B707-00454CDA95A2}" srcId="{9BF91D76-E1D0-455D-97F6-3891614DB80C}" destId="{01F6FBCD-E535-411D-A1EA-0489FF003559}" srcOrd="0" destOrd="0" parTransId="{78B24E58-3A26-4943-94C2-F6F3F0E9AA92}" sibTransId="{4CADB7DE-48E0-44F7-A061-9B4BBF45632C}"/>
    <dgm:cxn modelId="{4485E3E5-6393-4273-AA72-593C2BA276AB}" type="presOf" srcId="{9BF91D76-E1D0-455D-97F6-3891614DB80C}" destId="{5C6E984A-6E70-4612-8EDA-E9B83BC7EE6A}" srcOrd="0" destOrd="0" presId="urn:microsoft.com/office/officeart/2008/layout/VerticalCurvedList"/>
    <dgm:cxn modelId="{7687C8F1-C5BE-4D01-9738-853051A726B5}" srcId="{01F6FBCD-E535-411D-A1EA-0489FF003559}" destId="{D0BE0871-C4E5-4188-9964-0248FF6FC777}" srcOrd="0" destOrd="0" parTransId="{28653150-E155-4AA3-A746-AF2238B6A422}" sibTransId="{03419B92-0FEA-4B1D-A9E8-34B25556A2B6}"/>
    <dgm:cxn modelId="{173393F6-88D5-40EF-A5BA-973766403BA2}" type="presOf" srcId="{D0BE0871-C4E5-4188-9964-0248FF6FC777}" destId="{A6C9EEC2-01FD-49E6-9EE9-05FCC5452A9D}" srcOrd="0" destOrd="1" presId="urn:microsoft.com/office/officeart/2008/layout/VerticalCurvedList"/>
    <dgm:cxn modelId="{67E1E4F9-FFC2-438D-877E-A5D70FCBA5FF}" srcId="{9BF91D76-E1D0-455D-97F6-3891614DB80C}" destId="{3CF132D2-E689-4E97-9FBA-A0059F8F9FC7}" srcOrd="3" destOrd="0" parTransId="{167D0B75-E561-4796-955F-2519226CE070}" sibTransId="{99208714-4A7E-4FF5-91F4-AD134D53D649}"/>
    <dgm:cxn modelId="{559230BD-0AD7-4A06-8117-2717A89F0FA2}" type="presParOf" srcId="{5C6E984A-6E70-4612-8EDA-E9B83BC7EE6A}" destId="{EC4DC0C1-FB38-4283-BF7E-CF8540498E51}" srcOrd="0" destOrd="0" presId="urn:microsoft.com/office/officeart/2008/layout/VerticalCurvedList"/>
    <dgm:cxn modelId="{FC034109-7842-4258-B47C-B8EBB57D502C}" type="presParOf" srcId="{EC4DC0C1-FB38-4283-BF7E-CF8540498E51}" destId="{72DE34BE-AADD-41D2-8395-A284056FE43D}" srcOrd="0" destOrd="0" presId="urn:microsoft.com/office/officeart/2008/layout/VerticalCurvedList"/>
    <dgm:cxn modelId="{46CDD09A-E7E8-4DB8-B503-13F08E26F699}" type="presParOf" srcId="{72DE34BE-AADD-41D2-8395-A284056FE43D}" destId="{598F0ADA-BB81-4102-86B5-2F041300A644}" srcOrd="0" destOrd="0" presId="urn:microsoft.com/office/officeart/2008/layout/VerticalCurvedList"/>
    <dgm:cxn modelId="{B4919D1C-7AB5-4E50-A8B2-79CC1B4D00EB}" type="presParOf" srcId="{72DE34BE-AADD-41D2-8395-A284056FE43D}" destId="{C6768A38-B437-42EE-90C0-6C2AE6E044C6}" srcOrd="1" destOrd="0" presId="urn:microsoft.com/office/officeart/2008/layout/VerticalCurvedList"/>
    <dgm:cxn modelId="{7400C1D1-8102-4AD3-9715-5F9AD869D774}" type="presParOf" srcId="{72DE34BE-AADD-41D2-8395-A284056FE43D}" destId="{D8A47C36-3122-4FC3-BB47-188100265C3B}" srcOrd="2" destOrd="0" presId="urn:microsoft.com/office/officeart/2008/layout/VerticalCurvedList"/>
    <dgm:cxn modelId="{468A0BFC-E326-4E19-86F3-2B83B3CE30C1}" type="presParOf" srcId="{72DE34BE-AADD-41D2-8395-A284056FE43D}" destId="{CCE48CF3-5A9A-480B-A6FD-FB946E091B89}" srcOrd="3" destOrd="0" presId="urn:microsoft.com/office/officeart/2008/layout/VerticalCurvedList"/>
    <dgm:cxn modelId="{83FC56F5-2943-43DC-A290-842EF2B3433A}" type="presParOf" srcId="{EC4DC0C1-FB38-4283-BF7E-CF8540498E51}" destId="{A6C9EEC2-01FD-49E6-9EE9-05FCC5452A9D}" srcOrd="1" destOrd="0" presId="urn:microsoft.com/office/officeart/2008/layout/VerticalCurvedList"/>
    <dgm:cxn modelId="{2ECD9F35-BFE8-4897-A3C9-202D67900676}" type="presParOf" srcId="{EC4DC0C1-FB38-4283-BF7E-CF8540498E51}" destId="{B47B3211-289A-4974-B23A-5A39656CF00B}" srcOrd="2" destOrd="0" presId="urn:microsoft.com/office/officeart/2008/layout/VerticalCurvedList"/>
    <dgm:cxn modelId="{463B7B58-FB70-4E9A-B370-0F761CDEECF5}" type="presParOf" srcId="{B47B3211-289A-4974-B23A-5A39656CF00B}" destId="{864ADD04-7A4C-49B0-888B-AD4AF8B475FF}" srcOrd="0" destOrd="0" presId="urn:microsoft.com/office/officeart/2008/layout/VerticalCurvedList"/>
    <dgm:cxn modelId="{D4742159-4BF3-4C4A-BE50-20FB3743DD0B}" type="presParOf" srcId="{EC4DC0C1-FB38-4283-BF7E-CF8540498E51}" destId="{53C5FD18-2D4D-468E-B61A-5A16608DECA0}" srcOrd="3" destOrd="0" presId="urn:microsoft.com/office/officeart/2008/layout/VerticalCurvedList"/>
    <dgm:cxn modelId="{92B42A51-51B5-4E23-A373-C9874DFF7E60}" type="presParOf" srcId="{EC4DC0C1-FB38-4283-BF7E-CF8540498E51}" destId="{25448E7E-8829-4074-B6AE-7FEA7E070CD8}" srcOrd="4" destOrd="0" presId="urn:microsoft.com/office/officeart/2008/layout/VerticalCurvedList"/>
    <dgm:cxn modelId="{31E54CC8-BC5D-4227-ACA1-62118850B4C9}" type="presParOf" srcId="{25448E7E-8829-4074-B6AE-7FEA7E070CD8}" destId="{A23E17F7-D2F4-40D8-949A-02D93BA8C6AE}" srcOrd="0" destOrd="0" presId="urn:microsoft.com/office/officeart/2008/layout/VerticalCurvedList"/>
    <dgm:cxn modelId="{43E2FEA0-F723-4178-B132-94A6CCF797BA}" type="presParOf" srcId="{EC4DC0C1-FB38-4283-BF7E-CF8540498E51}" destId="{AC2602C9-5CAB-432F-A741-CC96BFA7996D}" srcOrd="5" destOrd="0" presId="urn:microsoft.com/office/officeart/2008/layout/VerticalCurvedList"/>
    <dgm:cxn modelId="{250A7B18-EDB2-43FE-B9ED-F5440D6747F1}" type="presParOf" srcId="{EC4DC0C1-FB38-4283-BF7E-CF8540498E51}" destId="{29B1995C-CEB8-47F4-AD03-6EF1836DEE92}" srcOrd="6" destOrd="0" presId="urn:microsoft.com/office/officeart/2008/layout/VerticalCurvedList"/>
    <dgm:cxn modelId="{8091791A-F0F1-4F80-8A7B-3E019475DF69}" type="presParOf" srcId="{29B1995C-CEB8-47F4-AD03-6EF1836DEE92}" destId="{524BAD9A-0AA2-4D8A-8041-3BB111B14947}" srcOrd="0" destOrd="0" presId="urn:microsoft.com/office/officeart/2008/layout/VerticalCurvedList"/>
    <dgm:cxn modelId="{3C87B778-0FBA-46E6-8309-57C49B769591}" type="presParOf" srcId="{EC4DC0C1-FB38-4283-BF7E-CF8540498E51}" destId="{D9621A2B-C93B-434A-84EC-9A377FC4C5C8}" srcOrd="7" destOrd="0" presId="urn:microsoft.com/office/officeart/2008/layout/VerticalCurvedList"/>
    <dgm:cxn modelId="{264439F2-C56D-421A-8A37-C15C10EDF7AE}" type="presParOf" srcId="{EC4DC0C1-FB38-4283-BF7E-CF8540498E51}" destId="{9EC74AF5-D69B-43CE-8F39-B69BF697FF27}" srcOrd="8" destOrd="0" presId="urn:microsoft.com/office/officeart/2008/layout/VerticalCurvedList"/>
    <dgm:cxn modelId="{4F0E31F4-822E-4FA1-AEF1-1E8F57FE429E}" type="presParOf" srcId="{9EC74AF5-D69B-43CE-8F39-B69BF697FF27}" destId="{1D85B67A-1E90-4278-9213-C1AABB55AC3F}" srcOrd="0" destOrd="0" presId="urn:microsoft.com/office/officeart/2008/layout/VerticalCurvedList"/>
    <dgm:cxn modelId="{AE485919-9043-4828-B80D-FD4C74AC5AE2}" type="presParOf" srcId="{EC4DC0C1-FB38-4283-BF7E-CF8540498E51}" destId="{2C854041-B77E-438F-99D5-41F51103D2C4}" srcOrd="9" destOrd="0" presId="urn:microsoft.com/office/officeart/2008/layout/VerticalCurvedList"/>
    <dgm:cxn modelId="{93FE5D73-E5E6-4F40-92A3-F96ABC463BEB}" type="presParOf" srcId="{EC4DC0C1-FB38-4283-BF7E-CF8540498E51}" destId="{946FA638-2714-410A-9362-A288C271E36B}" srcOrd="10" destOrd="0" presId="urn:microsoft.com/office/officeart/2008/layout/VerticalCurvedList"/>
    <dgm:cxn modelId="{E67AED6D-D971-4241-8B4C-6CB4D4EE139C}" type="presParOf" srcId="{946FA638-2714-410A-9362-A288C271E36B}" destId="{37CC0ECD-ABA8-401F-AD64-7989B33A1A0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64487-D09A-48A7-B0F8-D2C5D663570C}">
      <dsp:nvSpPr>
        <dsp:cNvPr id="0" name=""/>
        <dsp:cNvSpPr/>
      </dsp:nvSpPr>
      <dsp:spPr>
        <a:xfrm>
          <a:off x="5060500" y="2440392"/>
          <a:ext cx="2982702" cy="2982702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Separate Secret Credentials From Source Code</a:t>
          </a:r>
        </a:p>
      </dsp:txBody>
      <dsp:txXfrm>
        <a:off x="5660156" y="3139076"/>
        <a:ext cx="1783390" cy="1533170"/>
      </dsp:txXfrm>
    </dsp:sp>
    <dsp:sp modelId="{DFD32E5B-B2E1-4B33-A1A6-7B99775263A4}">
      <dsp:nvSpPr>
        <dsp:cNvPr id="0" name=""/>
        <dsp:cNvSpPr/>
      </dsp:nvSpPr>
      <dsp:spPr>
        <a:xfrm>
          <a:off x="3325110" y="1735390"/>
          <a:ext cx="2169238" cy="2169238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Enforce a Least Privilege Policy</a:t>
          </a:r>
        </a:p>
      </dsp:txBody>
      <dsp:txXfrm>
        <a:off x="3871222" y="2284803"/>
        <a:ext cx="1077014" cy="1070412"/>
      </dsp:txXfrm>
    </dsp:sp>
    <dsp:sp modelId="{8E17267D-9E01-42FD-8FD6-117A481C0109}">
      <dsp:nvSpPr>
        <dsp:cNvPr id="0" name=""/>
        <dsp:cNvSpPr/>
      </dsp:nvSpPr>
      <dsp:spPr>
        <a:xfrm rot="20700000">
          <a:off x="4540105" y="238837"/>
          <a:ext cx="2125410" cy="212541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Password Protect Private Keys</a:t>
          </a:r>
        </a:p>
      </dsp:txBody>
      <dsp:txXfrm rot="-20700000">
        <a:off x="5006269" y="705002"/>
        <a:ext cx="1193080" cy="1193080"/>
      </dsp:txXfrm>
    </dsp:sp>
    <dsp:sp modelId="{F7E6A01F-1647-4405-BD0E-7761FD7BA900}">
      <dsp:nvSpPr>
        <dsp:cNvPr id="0" name=""/>
        <dsp:cNvSpPr/>
      </dsp:nvSpPr>
      <dsp:spPr>
        <a:xfrm>
          <a:off x="4844874" y="1982460"/>
          <a:ext cx="3817858" cy="3817858"/>
        </a:xfrm>
        <a:prstGeom prst="circularArrow">
          <a:avLst>
            <a:gd name="adj1" fmla="val 4687"/>
            <a:gd name="adj2" fmla="val 299029"/>
            <a:gd name="adj3" fmla="val 2539362"/>
            <a:gd name="adj4" fmla="val 15812183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7BE297-E0A4-4BB6-9D28-452D15087B7A}">
      <dsp:nvSpPr>
        <dsp:cNvPr id="0" name=""/>
        <dsp:cNvSpPr/>
      </dsp:nvSpPr>
      <dsp:spPr>
        <a:xfrm>
          <a:off x="2940942" y="1250146"/>
          <a:ext cx="2773913" cy="277391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865AE-D0BC-4616-85AB-02A9B57884B7}">
      <dsp:nvSpPr>
        <dsp:cNvPr id="0" name=""/>
        <dsp:cNvSpPr/>
      </dsp:nvSpPr>
      <dsp:spPr>
        <a:xfrm>
          <a:off x="4048475" y="-231980"/>
          <a:ext cx="2990836" cy="2990836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68A38-B437-42EE-90C0-6C2AE6E044C6}">
      <dsp:nvSpPr>
        <dsp:cNvPr id="0" name=""/>
        <dsp:cNvSpPr/>
      </dsp:nvSpPr>
      <dsp:spPr>
        <a:xfrm>
          <a:off x="-5892892" y="-901823"/>
          <a:ext cx="7015408" cy="7015408"/>
        </a:xfrm>
        <a:prstGeom prst="blockArc">
          <a:avLst>
            <a:gd name="adj1" fmla="val 18900000"/>
            <a:gd name="adj2" fmla="val 2700000"/>
            <a:gd name="adj3" fmla="val 308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C9EEC2-01FD-49E6-9EE9-05FCC5452A9D}">
      <dsp:nvSpPr>
        <dsp:cNvPr id="0" name=""/>
        <dsp:cNvSpPr/>
      </dsp:nvSpPr>
      <dsp:spPr>
        <a:xfrm>
          <a:off x="490598" y="325630"/>
          <a:ext cx="4805012" cy="6516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7270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Vulnerability Scanners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Static Application Security Testing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Software Composition Analysis</a:t>
          </a:r>
        </a:p>
      </dsp:txBody>
      <dsp:txXfrm>
        <a:off x="490598" y="325630"/>
        <a:ext cx="4805012" cy="651678"/>
      </dsp:txXfrm>
    </dsp:sp>
    <dsp:sp modelId="{864ADD04-7A4C-49B0-888B-AD4AF8B475FF}">
      <dsp:nvSpPr>
        <dsp:cNvPr id="0" name=""/>
        <dsp:cNvSpPr/>
      </dsp:nvSpPr>
      <dsp:spPr>
        <a:xfrm>
          <a:off x="83299" y="244171"/>
          <a:ext cx="814598" cy="8145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C5FD18-2D4D-468E-B61A-5A16608DECA0}">
      <dsp:nvSpPr>
        <dsp:cNvPr id="0" name=""/>
        <dsp:cNvSpPr/>
      </dsp:nvSpPr>
      <dsp:spPr>
        <a:xfrm>
          <a:off x="957572" y="1302836"/>
          <a:ext cx="4338038" cy="65167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727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Network Security</a:t>
          </a:r>
        </a:p>
      </dsp:txBody>
      <dsp:txXfrm>
        <a:off x="957572" y="1302836"/>
        <a:ext cx="4338038" cy="651678"/>
      </dsp:txXfrm>
    </dsp:sp>
    <dsp:sp modelId="{A23E17F7-D2F4-40D8-949A-02D93BA8C6AE}">
      <dsp:nvSpPr>
        <dsp:cNvPr id="0" name=""/>
        <dsp:cNvSpPr/>
      </dsp:nvSpPr>
      <dsp:spPr>
        <a:xfrm>
          <a:off x="550273" y="1221376"/>
          <a:ext cx="814598" cy="8145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602C9-5CAB-432F-A741-CC96BFA7996D}">
      <dsp:nvSpPr>
        <dsp:cNvPr id="0" name=""/>
        <dsp:cNvSpPr/>
      </dsp:nvSpPr>
      <dsp:spPr>
        <a:xfrm>
          <a:off x="1100895" y="2280041"/>
          <a:ext cx="4194715" cy="65167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727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Endpoint Protection Tools</a:t>
          </a:r>
          <a:endParaRPr lang="en-US" sz="2000" kern="1200" dirty="0"/>
        </a:p>
      </dsp:txBody>
      <dsp:txXfrm>
        <a:off x="1100895" y="2280041"/>
        <a:ext cx="4194715" cy="651678"/>
      </dsp:txXfrm>
    </dsp:sp>
    <dsp:sp modelId="{524BAD9A-0AA2-4D8A-8041-3BB111B14947}">
      <dsp:nvSpPr>
        <dsp:cNvPr id="0" name=""/>
        <dsp:cNvSpPr/>
      </dsp:nvSpPr>
      <dsp:spPr>
        <a:xfrm>
          <a:off x="693596" y="2198581"/>
          <a:ext cx="814598" cy="8145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21A2B-C93B-434A-84EC-9A377FC4C5C8}">
      <dsp:nvSpPr>
        <dsp:cNvPr id="0" name=""/>
        <dsp:cNvSpPr/>
      </dsp:nvSpPr>
      <dsp:spPr>
        <a:xfrm>
          <a:off x="957572" y="3257247"/>
          <a:ext cx="4338038" cy="65167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727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Authorization Tools</a:t>
          </a:r>
          <a:endParaRPr lang="en-US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Role-based Access Control</a:t>
          </a:r>
        </a:p>
      </dsp:txBody>
      <dsp:txXfrm>
        <a:off x="957572" y="3257247"/>
        <a:ext cx="4338038" cy="651678"/>
      </dsp:txXfrm>
    </dsp:sp>
    <dsp:sp modelId="{1D85B67A-1E90-4278-9213-C1AABB55AC3F}">
      <dsp:nvSpPr>
        <dsp:cNvPr id="0" name=""/>
        <dsp:cNvSpPr/>
      </dsp:nvSpPr>
      <dsp:spPr>
        <a:xfrm>
          <a:off x="550273" y="3175787"/>
          <a:ext cx="814598" cy="8145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54041-B77E-438F-99D5-41F51103D2C4}">
      <dsp:nvSpPr>
        <dsp:cNvPr id="0" name=""/>
        <dsp:cNvSpPr/>
      </dsp:nvSpPr>
      <dsp:spPr>
        <a:xfrm>
          <a:off x="490598" y="4234452"/>
          <a:ext cx="4805012" cy="65167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7270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Supply Chain Security</a:t>
          </a:r>
        </a:p>
      </dsp:txBody>
      <dsp:txXfrm>
        <a:off x="490598" y="4234452"/>
        <a:ext cx="4805012" cy="651678"/>
      </dsp:txXfrm>
    </dsp:sp>
    <dsp:sp modelId="{37CC0ECD-ABA8-401F-AD64-7989B33A1A00}">
      <dsp:nvSpPr>
        <dsp:cNvPr id="0" name=""/>
        <dsp:cNvSpPr/>
      </dsp:nvSpPr>
      <dsp:spPr>
        <a:xfrm>
          <a:off x="83299" y="4152992"/>
          <a:ext cx="814598" cy="8145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rca.security/resources/blog/source-code-security-best-practice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zh-CN" i="1" dirty="0"/>
              <a:t>Security Controls </a:t>
            </a:r>
            <a:r>
              <a:rPr lang="en-US" altLang="zh-CN" dirty="0"/>
              <a:t>in Shared Source Code Repositories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211617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 err="1"/>
              <a:t>Juedeja</a:t>
            </a:r>
            <a:r>
              <a:rPr lang="en-US" sz="1800" dirty="0"/>
              <a:t> Richard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Module 11.2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12/10/25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CSD380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47646"/>
            <a:ext cx="4206240" cy="2377440"/>
          </a:xfrm>
        </p:spPr>
        <p:txBody>
          <a:bodyPr anchor="t" anchorCtr="0"/>
          <a:lstStyle/>
          <a:p>
            <a:r>
              <a:rPr lang="en-US" dirty="0"/>
              <a:t>Why You Should Secure Your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225513" y="3172263"/>
            <a:ext cx="4073232" cy="3270739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Protects against data Breaches</a:t>
            </a:r>
          </a:p>
          <a:p>
            <a:r>
              <a:rPr lang="en-US" dirty="0"/>
              <a:t>Maintains trust</a:t>
            </a:r>
          </a:p>
          <a:p>
            <a:r>
              <a:rPr lang="en-US" dirty="0"/>
              <a:t>Warns developers of vulnerabilities</a:t>
            </a:r>
          </a:p>
          <a:p>
            <a:r>
              <a:rPr lang="en-US" dirty="0"/>
              <a:t>Gives more freedom to make mistakes</a:t>
            </a:r>
          </a:p>
          <a:p>
            <a:r>
              <a:rPr lang="en-US" dirty="0"/>
              <a:t>Saves Time and Money</a:t>
            </a:r>
          </a:p>
          <a:p>
            <a:r>
              <a:rPr lang="en-US" dirty="0"/>
              <a:t>Protects intellectual property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267" y="3199765"/>
            <a:ext cx="5127672" cy="3383280"/>
          </a:xfrm>
          <a:noFill/>
        </p:spPr>
        <p:txBody>
          <a:bodyPr anchor="t" anchorCtr="0">
            <a:noAutofit/>
          </a:bodyPr>
          <a:lstStyle/>
          <a:p>
            <a:pPr algn="ctr"/>
            <a:r>
              <a:rPr lang="en-US" dirty="0"/>
              <a:t>Socket Security Firm Fights off Third Supply Chain Attack In a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535" y="2473100"/>
            <a:ext cx="5494910" cy="3383280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Socket is an open-source software in JavaScript on Repository NPM. Packages hidden in the code contained malware that was downloaded 5,000 times before being noticed.</a:t>
            </a:r>
          </a:p>
          <a:p>
            <a:r>
              <a:rPr lang="en-US" dirty="0"/>
              <a:t>Happened during changes being made in a GitHub Repository where access was compromised</a:t>
            </a:r>
          </a:p>
          <a:p>
            <a:r>
              <a:rPr lang="en-US" dirty="0"/>
              <a:t>Attackers faked GitHub authentication tokens to get into Repositories</a:t>
            </a:r>
          </a:p>
          <a:p>
            <a:r>
              <a:rPr lang="en-US" dirty="0"/>
              <a:t>Got log in credentials with a Phishing Scam</a:t>
            </a:r>
          </a:p>
          <a:p>
            <a:r>
              <a:rPr lang="en-US" dirty="0"/>
              <a:t>Targeting Source Code, targets the supply chain, ruins reputation and puts data at risk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lIns="0" anchor="t" anchorCtr="0"/>
          <a:lstStyle/>
          <a:p>
            <a:r>
              <a:rPr lang="en-US" dirty="0"/>
              <a:t>What can Be Done About It?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99339-FABF-04A2-4090-C38B947B2B8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</p:spPr>
        <p:txBody>
          <a:bodyPr anchor="b" anchorCtr="0"/>
          <a:lstStyle/>
          <a:p>
            <a:r>
              <a:rPr lang="en-US" dirty="0"/>
              <a:t>Safeguarding Your Code</a:t>
            </a:r>
          </a:p>
        </p:txBody>
      </p:sp>
      <p:pic>
        <p:nvPicPr>
          <p:cNvPr id="12" name="Picture Placeholder 11" descr="A person sitting at their deck and a person walking to their desk">
            <a:extLst>
              <a:ext uri="{FF2B5EF4-FFF2-40B4-BE49-F238E27FC236}">
                <a16:creationId xmlns:a16="http://schemas.microsoft.com/office/drawing/2014/main" id="{7372550F-E2C0-2C0B-0ABA-5672CEBF71D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10" r="10"/>
          <a:stretch/>
        </p:blipFill>
        <p:spPr>
          <a:xfrm>
            <a:off x="7493157" y="529148"/>
            <a:ext cx="4248873" cy="4731130"/>
          </a:xfrm>
        </p:spPr>
      </p:pic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3B199B-AFAF-FCA4-CEA7-D9E73D707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/>
          <a:lstStyle/>
          <a:p>
            <a:r>
              <a:rPr lang="en-US" dirty="0"/>
              <a:t>Back up Keys onto a Hardware token</a:t>
            </a:r>
          </a:p>
          <a:p>
            <a:r>
              <a:rPr lang="en-US" dirty="0"/>
              <a:t>Give the minimum amount of people access to make changes to the repository</a:t>
            </a:r>
          </a:p>
          <a:p>
            <a:r>
              <a:rPr lang="en-US" dirty="0"/>
              <a:t>Key Rotations and scanning for Secret Keys helps enforce the separation 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5EA21F3-31D9-8943-21F9-58E2205C3E43}"/>
              </a:ext>
            </a:extLst>
          </p:cNvPr>
          <p:cNvGraphicFramePr>
            <a:graphicFrameLocks noGrp="1"/>
          </p:cNvGraphicFramePr>
          <p:nvPr>
            <p:ph idx="30"/>
            <p:extLst>
              <p:ext uri="{D42A27DB-BD31-4B8C-83A1-F6EECF244321}">
                <p14:modId xmlns:p14="http://schemas.microsoft.com/office/powerpoint/2010/main" val="1466883336"/>
              </p:ext>
            </p:extLst>
          </p:nvPr>
        </p:nvGraphicFramePr>
        <p:xfrm>
          <a:off x="-1294228" y="1434905"/>
          <a:ext cx="10663311" cy="5423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49" y="745588"/>
            <a:ext cx="3931920" cy="2103120"/>
          </a:xfrm>
        </p:spPr>
        <p:txBody>
          <a:bodyPr anchor="b" anchorCtr="0"/>
          <a:lstStyle/>
          <a:p>
            <a:r>
              <a:rPr lang="en-US" altLang="zh-CN" dirty="0"/>
              <a:t>Best Practices (Continued)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49" y="3123028"/>
            <a:ext cx="4768948" cy="2651760"/>
          </a:xfrm>
        </p:spPr>
        <p:txBody>
          <a:bodyPr/>
          <a:lstStyle/>
          <a:p>
            <a:r>
              <a:rPr lang="en-US" dirty="0"/>
              <a:t>Enforce Code Signing and use cryptographic signatures</a:t>
            </a:r>
          </a:p>
          <a:p>
            <a:r>
              <a:rPr lang="en-US" dirty="0"/>
              <a:t>Create a Source Code Protection Policy</a:t>
            </a:r>
          </a:p>
          <a:p>
            <a:r>
              <a:rPr lang="en-US" dirty="0"/>
              <a:t>Train developers on security best practices</a:t>
            </a:r>
          </a:p>
          <a:p>
            <a:r>
              <a:rPr lang="en-US" dirty="0"/>
              <a:t>Use Vulnerability scanning tools to monitor code</a:t>
            </a:r>
          </a:p>
          <a:p>
            <a:r>
              <a:rPr lang="en-US" dirty="0"/>
              <a:t>Regularly Review Permissions</a:t>
            </a:r>
          </a:p>
        </p:txBody>
      </p:sp>
      <p:pic>
        <p:nvPicPr>
          <p:cNvPr id="12" name="Picture Placeholder 11" descr="Three people having a discussion at a table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753"/>
                    </a14:imgEffect>
                    <a14:imgEffect>
                      <a14:saturation sat="133000"/>
                    </a14:imgEffect>
                    <a14:imgEffect>
                      <a14:brightnessContrast bright="4000" contrast="3000"/>
                    </a14:imgEffect>
                  </a14:imgLayer>
                </a14:imgProps>
              </a:ext>
            </a:extLst>
          </a:blip>
          <a:srcRect l="18665" r="18665"/>
          <a:stretch/>
        </p:blipFill>
        <p:spPr>
          <a:xfrm>
            <a:off x="5745002" y="0"/>
            <a:ext cx="6446999" cy="6858000"/>
          </a:xfrm>
        </p:spPr>
      </p:pic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  <a:noFill/>
        </p:spPr>
        <p:txBody>
          <a:bodyPr anchor="b" anchorCtr="0">
            <a:noAutofit/>
          </a:bodyPr>
          <a:lstStyle/>
          <a:p>
            <a:r>
              <a:rPr lang="en-US" dirty="0"/>
              <a:t>Recommended Tools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9DA784D-F56F-1224-707E-9F882C4EB8A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 numCol="2">
            <a:normAutofit/>
          </a:bodyPr>
          <a:lstStyle/>
          <a:p>
            <a:r>
              <a:rPr lang="en-US" dirty="0"/>
              <a:t>Snyk Code</a:t>
            </a:r>
          </a:p>
          <a:p>
            <a:r>
              <a:rPr lang="en-US" dirty="0"/>
              <a:t>Veracode</a:t>
            </a:r>
          </a:p>
          <a:p>
            <a:r>
              <a:rPr lang="en-US" dirty="0"/>
              <a:t>Codacy</a:t>
            </a:r>
          </a:p>
          <a:p>
            <a:r>
              <a:rPr lang="en-US" dirty="0"/>
              <a:t>SonarQube</a:t>
            </a:r>
          </a:p>
          <a:p>
            <a:r>
              <a:rPr lang="en-US" dirty="0"/>
              <a:t>Checkmarx</a:t>
            </a:r>
          </a:p>
          <a:p>
            <a:r>
              <a:rPr lang="en-US" dirty="0"/>
              <a:t>Spectral</a:t>
            </a:r>
          </a:p>
          <a:p>
            <a:r>
              <a:rPr lang="en-US" dirty="0"/>
              <a:t>DeepSource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FE8A8-4537-F7A1-3BF9-834AEFE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9933106-8B3B-B7CA-1A00-8C4BE0A246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2890829"/>
              </p:ext>
            </p:extLst>
          </p:nvPr>
        </p:nvGraphicFramePr>
        <p:xfrm>
          <a:off x="5851525" y="731838"/>
          <a:ext cx="5368925" cy="5211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4" y="1204194"/>
            <a:ext cx="7955280" cy="1335024"/>
          </a:xfrm>
        </p:spPr>
        <p:txBody>
          <a:bodyPr anchor="b" anchorCtr="0"/>
          <a:lstStyle/>
          <a:p>
            <a:pPr algn="ctr"/>
            <a:r>
              <a:rPr lang="en-US" dirty="0"/>
              <a:t>Sources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78180D0-1AB6-8416-0EB1-10648E1A60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4" y="2764303"/>
            <a:ext cx="7955279" cy="36787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Chase, T. (2025, September 25). </a:t>
            </a:r>
            <a:r>
              <a:rPr lang="en-US" i="1" dirty="0"/>
              <a:t>Securing Your Source Code: A Critical Defense Against Modern Threats</a:t>
            </a:r>
            <a:r>
              <a:rPr lang="en-US" dirty="0"/>
              <a:t>. Orca Security. </a:t>
            </a:r>
            <a:r>
              <a:rPr lang="en-US" dirty="0">
                <a:hlinkClick r:id="rId3"/>
              </a:rPr>
              <a:t>https://orca.security/resources/blog/source-code-security-best-practices/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Goodin, D. (2025, July 25). </a:t>
            </a:r>
            <a:r>
              <a:rPr lang="en-US" i="1" dirty="0"/>
              <a:t>Supply-chain attacks on open source software are getting out of hand</a:t>
            </a:r>
            <a:r>
              <a:rPr lang="en-US" dirty="0"/>
              <a:t>. Ars Technica. https://arstechnica.com/security/2025/07/open-source-repositories-are-seeing-a-rash-of-supply-chain-attacks/</a:t>
            </a:r>
          </a:p>
          <a:p>
            <a:pPr marL="0" indent="0">
              <a:buNone/>
            </a:pPr>
            <a:r>
              <a:rPr lang="en-US" i="1" dirty="0"/>
              <a:t>Protect your code repository</a:t>
            </a:r>
            <a:r>
              <a:rPr lang="en-US" dirty="0"/>
              <a:t>. (n.d.). Www.ncsc.gov.uk. https://www.ncsc.gov.uk/collection/developers-collection/principles/protect-your-code-repository</a:t>
            </a:r>
          </a:p>
          <a:p>
            <a:pPr marL="0" indent="0">
              <a:buNone/>
            </a:pPr>
            <a:r>
              <a:rPr lang="en-US" dirty="0"/>
              <a:t>Tal, L. (2023). </a:t>
            </a:r>
            <a:r>
              <a:rPr lang="en-US" i="1" dirty="0"/>
              <a:t>Securing Source Code in Repositories is Essential: How To Get Started</a:t>
            </a:r>
            <a:r>
              <a:rPr lang="en-US" dirty="0"/>
              <a:t>. Snyk. https://snyk.io/articles/securing-source-code-repositories/</a:t>
            </a:r>
          </a:p>
          <a:p>
            <a:pPr marL="0" indent="0">
              <a:buNone/>
            </a:pPr>
            <a:r>
              <a:rPr lang="en-US" dirty="0"/>
              <a:t>‌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4D147-B48C-ADE3-3FEF-627D467699A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053883"/>
            <a:ext cx="5394960" cy="2103120"/>
          </a:xfrm>
        </p:spPr>
        <p:txBody>
          <a:bodyPr>
            <a:normAutofit/>
          </a:bodyPr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76</TotalTime>
  <Words>410</Words>
  <Application>Microsoft Office PowerPoint</Application>
  <PresentationFormat>Widescreen</PresentationFormat>
  <Paragraphs>70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Security Controls in Shared Source Code Repositories</vt:lpstr>
      <vt:lpstr>Why You Should Secure Your Code</vt:lpstr>
      <vt:lpstr>Socket Security Firm Fights off Third Supply Chain Attack In a Week</vt:lpstr>
      <vt:lpstr>What can Be Done About It?</vt:lpstr>
      <vt:lpstr>Best Practices</vt:lpstr>
      <vt:lpstr>Best Practices (Continued)</vt:lpstr>
      <vt:lpstr>Recommended Tools</vt:lpstr>
      <vt:lpstr>Sources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Deja Richard</dc:creator>
  <cp:lastModifiedBy>Deja Richard</cp:lastModifiedBy>
  <cp:revision>9</cp:revision>
  <dcterms:created xsi:type="dcterms:W3CDTF">2025-12-10T16:20:35Z</dcterms:created>
  <dcterms:modified xsi:type="dcterms:W3CDTF">2025-12-15T04:43:10Z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