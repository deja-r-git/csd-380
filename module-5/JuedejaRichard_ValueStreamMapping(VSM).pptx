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8" r:id="rId5"/>
    <p:sldId id="273" r:id="rId6"/>
    <p:sldId id="282" r:id="rId7"/>
    <p:sldId id="276" r:id="rId8"/>
    <p:sldId id="27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E0DAC75-CA48-4BAA-8A28-05958BF2EB5C}">
          <p14:sldIdLst>
            <p14:sldId id="288"/>
          </p14:sldIdLst>
        </p14:section>
        <p14:section name="Untitled Section" id="{638A11AF-BFEB-4862-BBE4-4378DB6A50D1}">
          <p14:sldIdLst>
            <p14:sldId id="273"/>
            <p14:sldId id="282"/>
            <p14:sldId id="276"/>
            <p14:sldId id="27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94" autoAdjust="0"/>
  </p:normalViewPr>
  <p:slideViewPr>
    <p:cSldViewPr snapToGrid="0">
      <p:cViewPr varScale="1">
        <p:scale>
          <a:sx n="66" d="100"/>
          <a:sy n="66" d="100"/>
        </p:scale>
        <p:origin x="408"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052079-963D-4B3A-ACED-13EAB3D7D050}" type="doc">
      <dgm:prSet loTypeId="urn:microsoft.com/office/officeart/2005/8/layout/process2" loCatId="process" qsTypeId="urn:microsoft.com/office/officeart/2005/8/quickstyle/simple5" qsCatId="simple" csTypeId="urn:microsoft.com/office/officeart/2005/8/colors/accent3_2" csCatId="accent3" phldr="1"/>
      <dgm:spPr/>
      <dgm:t>
        <a:bodyPr/>
        <a:lstStyle/>
        <a:p>
          <a:endParaRPr lang="en-US"/>
        </a:p>
      </dgm:t>
    </dgm:pt>
    <dgm:pt modelId="{05629C78-25B4-439D-87EF-8D828D3941D9}">
      <dgm:prSet/>
      <dgm:spPr/>
      <dgm:t>
        <a:bodyPr/>
        <a:lstStyle/>
        <a:p>
          <a:r>
            <a:rPr lang="en-US" b="1" dirty="0"/>
            <a:t>Wake Up</a:t>
          </a:r>
        </a:p>
      </dgm:t>
    </dgm:pt>
    <dgm:pt modelId="{FC54A972-B94A-4CF6-A38F-5EC86F598B24}" type="parTrans" cxnId="{D3E715C3-EE75-4E0E-8069-8BA645AE7F4B}">
      <dgm:prSet/>
      <dgm:spPr/>
      <dgm:t>
        <a:bodyPr/>
        <a:lstStyle/>
        <a:p>
          <a:endParaRPr lang="en-US"/>
        </a:p>
      </dgm:t>
    </dgm:pt>
    <dgm:pt modelId="{DFC32FCD-5A8A-4C1D-8A83-77671E7E8062}" type="sibTrans" cxnId="{D3E715C3-EE75-4E0E-8069-8BA645AE7F4B}">
      <dgm:prSet/>
      <dgm:spPr/>
      <dgm:t>
        <a:bodyPr/>
        <a:lstStyle/>
        <a:p>
          <a:endParaRPr lang="en-US"/>
        </a:p>
      </dgm:t>
    </dgm:pt>
    <dgm:pt modelId="{56EB2441-59BC-41F3-B0E6-ACAFB266E7E9}">
      <dgm:prSet/>
      <dgm:spPr/>
      <dgm:t>
        <a:bodyPr/>
        <a:lstStyle/>
        <a:p>
          <a:r>
            <a:rPr lang="en-US" b="1" dirty="0"/>
            <a:t>Use bathroom</a:t>
          </a:r>
        </a:p>
      </dgm:t>
    </dgm:pt>
    <dgm:pt modelId="{AE927B66-2E6C-4FE7-8C8B-9DBEAAEDFC5D}" type="parTrans" cxnId="{CCA85B7D-F897-45CA-84C7-D11CD67808F3}">
      <dgm:prSet/>
      <dgm:spPr/>
      <dgm:t>
        <a:bodyPr/>
        <a:lstStyle/>
        <a:p>
          <a:endParaRPr lang="en-US"/>
        </a:p>
      </dgm:t>
    </dgm:pt>
    <dgm:pt modelId="{20AF30A5-31A0-4BC7-8350-A7E37F84DA9A}" type="sibTrans" cxnId="{CCA85B7D-F897-45CA-84C7-D11CD67808F3}">
      <dgm:prSet/>
      <dgm:spPr/>
      <dgm:t>
        <a:bodyPr/>
        <a:lstStyle/>
        <a:p>
          <a:endParaRPr lang="en-US"/>
        </a:p>
      </dgm:t>
    </dgm:pt>
    <dgm:pt modelId="{FA4B0179-55B4-4646-B4C4-15706E8991F2}">
      <dgm:prSet/>
      <dgm:spPr/>
      <dgm:t>
        <a:bodyPr/>
        <a:lstStyle/>
        <a:p>
          <a:r>
            <a:rPr lang="en-US" b="1" dirty="0"/>
            <a:t>Wash hands</a:t>
          </a:r>
        </a:p>
      </dgm:t>
    </dgm:pt>
    <dgm:pt modelId="{53235615-1DBE-489E-B500-2AA129C75F15}" type="parTrans" cxnId="{7A72BE12-929A-479E-9A02-2E2570D86547}">
      <dgm:prSet/>
      <dgm:spPr/>
      <dgm:t>
        <a:bodyPr/>
        <a:lstStyle/>
        <a:p>
          <a:endParaRPr lang="en-US"/>
        </a:p>
      </dgm:t>
    </dgm:pt>
    <dgm:pt modelId="{8433DBA1-FAAF-4121-BDA1-85A3EEE90F84}" type="sibTrans" cxnId="{7A72BE12-929A-479E-9A02-2E2570D86547}">
      <dgm:prSet/>
      <dgm:spPr/>
      <dgm:t>
        <a:bodyPr/>
        <a:lstStyle/>
        <a:p>
          <a:endParaRPr lang="en-US"/>
        </a:p>
      </dgm:t>
    </dgm:pt>
    <dgm:pt modelId="{92890354-90BD-47CB-83C1-0AABF4673F85}">
      <dgm:prSet/>
      <dgm:spPr/>
      <dgm:t>
        <a:bodyPr/>
        <a:lstStyle/>
        <a:p>
          <a:r>
            <a:rPr lang="en-US" b="1" dirty="0"/>
            <a:t>Brush Teeth</a:t>
          </a:r>
        </a:p>
      </dgm:t>
    </dgm:pt>
    <dgm:pt modelId="{39B81E63-B25E-4C04-B247-CB9C11FA642A}" type="parTrans" cxnId="{3DA02C92-BE19-489E-B324-E9A87C0D15A2}">
      <dgm:prSet/>
      <dgm:spPr/>
      <dgm:t>
        <a:bodyPr/>
        <a:lstStyle/>
        <a:p>
          <a:endParaRPr lang="en-US"/>
        </a:p>
      </dgm:t>
    </dgm:pt>
    <dgm:pt modelId="{5FB74C58-260B-471F-A19E-4D39792832EA}" type="sibTrans" cxnId="{3DA02C92-BE19-489E-B324-E9A87C0D15A2}">
      <dgm:prSet/>
      <dgm:spPr/>
      <dgm:t>
        <a:bodyPr/>
        <a:lstStyle/>
        <a:p>
          <a:endParaRPr lang="en-US"/>
        </a:p>
      </dgm:t>
    </dgm:pt>
    <dgm:pt modelId="{4721109B-0E94-4A45-B57F-33B7906FE72A}">
      <dgm:prSet/>
      <dgm:spPr/>
      <dgm:t>
        <a:bodyPr/>
        <a:lstStyle/>
        <a:p>
          <a:r>
            <a:rPr lang="en-US" b="1" dirty="0"/>
            <a:t>Adjust Hair</a:t>
          </a:r>
        </a:p>
      </dgm:t>
    </dgm:pt>
    <dgm:pt modelId="{021101DD-3E77-437B-8CEA-3D5AAA4F6F21}" type="parTrans" cxnId="{7A329247-731F-4890-A121-669481DB5944}">
      <dgm:prSet/>
      <dgm:spPr/>
      <dgm:t>
        <a:bodyPr/>
        <a:lstStyle/>
        <a:p>
          <a:endParaRPr lang="en-US"/>
        </a:p>
      </dgm:t>
    </dgm:pt>
    <dgm:pt modelId="{1EA6DEB2-0B5C-456F-B812-681207926F4E}" type="sibTrans" cxnId="{7A329247-731F-4890-A121-669481DB5944}">
      <dgm:prSet/>
      <dgm:spPr/>
      <dgm:t>
        <a:bodyPr/>
        <a:lstStyle/>
        <a:p>
          <a:endParaRPr lang="en-US"/>
        </a:p>
      </dgm:t>
    </dgm:pt>
    <dgm:pt modelId="{F1F3E5CF-31C8-4300-9D28-77289CDBA1A8}" type="pres">
      <dgm:prSet presAssocID="{03052079-963D-4B3A-ACED-13EAB3D7D050}" presName="linearFlow" presStyleCnt="0">
        <dgm:presLayoutVars>
          <dgm:resizeHandles val="exact"/>
        </dgm:presLayoutVars>
      </dgm:prSet>
      <dgm:spPr/>
    </dgm:pt>
    <dgm:pt modelId="{93738CCA-4E55-4925-AA83-7196FD3A71D9}" type="pres">
      <dgm:prSet presAssocID="{05629C78-25B4-439D-87EF-8D828D3941D9}" presName="node" presStyleLbl="node1" presStyleIdx="0" presStyleCnt="5">
        <dgm:presLayoutVars>
          <dgm:bulletEnabled val="1"/>
        </dgm:presLayoutVars>
      </dgm:prSet>
      <dgm:spPr/>
    </dgm:pt>
    <dgm:pt modelId="{B32E88FA-2C7D-49B6-BD2A-19FBCCECC0F7}" type="pres">
      <dgm:prSet presAssocID="{DFC32FCD-5A8A-4C1D-8A83-77671E7E8062}" presName="sibTrans" presStyleLbl="sibTrans2D1" presStyleIdx="0" presStyleCnt="4"/>
      <dgm:spPr/>
    </dgm:pt>
    <dgm:pt modelId="{1D65D9AF-1787-401F-9443-5468898947D7}" type="pres">
      <dgm:prSet presAssocID="{DFC32FCD-5A8A-4C1D-8A83-77671E7E8062}" presName="connectorText" presStyleLbl="sibTrans2D1" presStyleIdx="0" presStyleCnt="4"/>
      <dgm:spPr/>
    </dgm:pt>
    <dgm:pt modelId="{FFE92AF3-8EA0-4766-ABC3-22C0F50E7882}" type="pres">
      <dgm:prSet presAssocID="{56EB2441-59BC-41F3-B0E6-ACAFB266E7E9}" presName="node" presStyleLbl="node1" presStyleIdx="1" presStyleCnt="5">
        <dgm:presLayoutVars>
          <dgm:bulletEnabled val="1"/>
        </dgm:presLayoutVars>
      </dgm:prSet>
      <dgm:spPr/>
    </dgm:pt>
    <dgm:pt modelId="{21BFB842-F444-4C4D-B1B8-3B08EC7EB94C}" type="pres">
      <dgm:prSet presAssocID="{20AF30A5-31A0-4BC7-8350-A7E37F84DA9A}" presName="sibTrans" presStyleLbl="sibTrans2D1" presStyleIdx="1" presStyleCnt="4"/>
      <dgm:spPr/>
    </dgm:pt>
    <dgm:pt modelId="{A666B64F-76A9-4529-8852-0DF2464F5ECB}" type="pres">
      <dgm:prSet presAssocID="{20AF30A5-31A0-4BC7-8350-A7E37F84DA9A}" presName="connectorText" presStyleLbl="sibTrans2D1" presStyleIdx="1" presStyleCnt="4"/>
      <dgm:spPr/>
    </dgm:pt>
    <dgm:pt modelId="{FB93AF9D-BDC4-4D9E-BD1B-958E2C7696DA}" type="pres">
      <dgm:prSet presAssocID="{FA4B0179-55B4-4646-B4C4-15706E8991F2}" presName="node" presStyleLbl="node1" presStyleIdx="2" presStyleCnt="5">
        <dgm:presLayoutVars>
          <dgm:bulletEnabled val="1"/>
        </dgm:presLayoutVars>
      </dgm:prSet>
      <dgm:spPr/>
    </dgm:pt>
    <dgm:pt modelId="{38489EAB-5F6D-47E9-ABC6-0278F9D2F0C5}" type="pres">
      <dgm:prSet presAssocID="{8433DBA1-FAAF-4121-BDA1-85A3EEE90F84}" presName="sibTrans" presStyleLbl="sibTrans2D1" presStyleIdx="2" presStyleCnt="4"/>
      <dgm:spPr/>
    </dgm:pt>
    <dgm:pt modelId="{50B913C6-67E3-4B93-AAC2-04509FD36991}" type="pres">
      <dgm:prSet presAssocID="{8433DBA1-FAAF-4121-BDA1-85A3EEE90F84}" presName="connectorText" presStyleLbl="sibTrans2D1" presStyleIdx="2" presStyleCnt="4"/>
      <dgm:spPr/>
    </dgm:pt>
    <dgm:pt modelId="{FD4C0858-B076-4317-95BB-FE6DAFD8A7AB}" type="pres">
      <dgm:prSet presAssocID="{92890354-90BD-47CB-83C1-0AABF4673F85}" presName="node" presStyleLbl="node1" presStyleIdx="3" presStyleCnt="5">
        <dgm:presLayoutVars>
          <dgm:bulletEnabled val="1"/>
        </dgm:presLayoutVars>
      </dgm:prSet>
      <dgm:spPr/>
    </dgm:pt>
    <dgm:pt modelId="{753E1269-3DA3-438E-9BA9-F02D7AB05347}" type="pres">
      <dgm:prSet presAssocID="{5FB74C58-260B-471F-A19E-4D39792832EA}" presName="sibTrans" presStyleLbl="sibTrans2D1" presStyleIdx="3" presStyleCnt="4"/>
      <dgm:spPr/>
    </dgm:pt>
    <dgm:pt modelId="{09E467D9-0075-4B1F-BB32-27036E571396}" type="pres">
      <dgm:prSet presAssocID="{5FB74C58-260B-471F-A19E-4D39792832EA}" presName="connectorText" presStyleLbl="sibTrans2D1" presStyleIdx="3" presStyleCnt="4"/>
      <dgm:spPr/>
    </dgm:pt>
    <dgm:pt modelId="{F0124D1B-76D3-4131-9C08-273DAF4F7343}" type="pres">
      <dgm:prSet presAssocID="{4721109B-0E94-4A45-B57F-33B7906FE72A}" presName="node" presStyleLbl="node1" presStyleIdx="4" presStyleCnt="5">
        <dgm:presLayoutVars>
          <dgm:bulletEnabled val="1"/>
        </dgm:presLayoutVars>
      </dgm:prSet>
      <dgm:spPr/>
    </dgm:pt>
  </dgm:ptLst>
  <dgm:cxnLst>
    <dgm:cxn modelId="{774E2300-1DFC-4213-B870-D4DED0769FE3}" type="presOf" srcId="{03052079-963D-4B3A-ACED-13EAB3D7D050}" destId="{F1F3E5CF-31C8-4300-9D28-77289CDBA1A8}" srcOrd="0" destOrd="0" presId="urn:microsoft.com/office/officeart/2005/8/layout/process2"/>
    <dgm:cxn modelId="{7A72BE12-929A-479E-9A02-2E2570D86547}" srcId="{03052079-963D-4B3A-ACED-13EAB3D7D050}" destId="{FA4B0179-55B4-4646-B4C4-15706E8991F2}" srcOrd="2" destOrd="0" parTransId="{53235615-1DBE-489E-B500-2AA129C75F15}" sibTransId="{8433DBA1-FAAF-4121-BDA1-85A3EEE90F84}"/>
    <dgm:cxn modelId="{D3AEFF14-B7C9-4580-A858-47CD977D3317}" type="presOf" srcId="{5FB74C58-260B-471F-A19E-4D39792832EA}" destId="{753E1269-3DA3-438E-9BA9-F02D7AB05347}" srcOrd="0" destOrd="0" presId="urn:microsoft.com/office/officeart/2005/8/layout/process2"/>
    <dgm:cxn modelId="{95D51D3C-20F5-4BF4-8F28-2C2AA5C8A3B5}" type="presOf" srcId="{20AF30A5-31A0-4BC7-8350-A7E37F84DA9A}" destId="{A666B64F-76A9-4529-8852-0DF2464F5ECB}" srcOrd="1" destOrd="0" presId="urn:microsoft.com/office/officeart/2005/8/layout/process2"/>
    <dgm:cxn modelId="{D936A55D-480A-403D-A347-DBA86E51A00B}" type="presOf" srcId="{4721109B-0E94-4A45-B57F-33B7906FE72A}" destId="{F0124D1B-76D3-4131-9C08-273DAF4F7343}" srcOrd="0" destOrd="0" presId="urn:microsoft.com/office/officeart/2005/8/layout/process2"/>
    <dgm:cxn modelId="{EFCA4941-0664-4E8C-97D9-147932350141}" type="presOf" srcId="{8433DBA1-FAAF-4121-BDA1-85A3EEE90F84}" destId="{38489EAB-5F6D-47E9-ABC6-0278F9D2F0C5}" srcOrd="0" destOrd="0" presId="urn:microsoft.com/office/officeart/2005/8/layout/process2"/>
    <dgm:cxn modelId="{7A329247-731F-4890-A121-669481DB5944}" srcId="{03052079-963D-4B3A-ACED-13EAB3D7D050}" destId="{4721109B-0E94-4A45-B57F-33B7906FE72A}" srcOrd="4" destOrd="0" parTransId="{021101DD-3E77-437B-8CEA-3D5AAA4F6F21}" sibTransId="{1EA6DEB2-0B5C-456F-B812-681207926F4E}"/>
    <dgm:cxn modelId="{BDDFAC6B-1D79-4D90-9C16-92F2A41CE730}" type="presOf" srcId="{20AF30A5-31A0-4BC7-8350-A7E37F84DA9A}" destId="{21BFB842-F444-4C4D-B1B8-3B08EC7EB94C}" srcOrd="0" destOrd="0" presId="urn:microsoft.com/office/officeart/2005/8/layout/process2"/>
    <dgm:cxn modelId="{CCA85B7D-F897-45CA-84C7-D11CD67808F3}" srcId="{03052079-963D-4B3A-ACED-13EAB3D7D050}" destId="{56EB2441-59BC-41F3-B0E6-ACAFB266E7E9}" srcOrd="1" destOrd="0" parTransId="{AE927B66-2E6C-4FE7-8C8B-9DBEAAEDFC5D}" sibTransId="{20AF30A5-31A0-4BC7-8350-A7E37F84DA9A}"/>
    <dgm:cxn modelId="{3DA02C92-BE19-489E-B324-E9A87C0D15A2}" srcId="{03052079-963D-4B3A-ACED-13EAB3D7D050}" destId="{92890354-90BD-47CB-83C1-0AABF4673F85}" srcOrd="3" destOrd="0" parTransId="{39B81E63-B25E-4C04-B247-CB9C11FA642A}" sibTransId="{5FB74C58-260B-471F-A19E-4D39792832EA}"/>
    <dgm:cxn modelId="{5EEE8DA4-0237-473F-A1CC-EAD6B9245A2C}" type="presOf" srcId="{05629C78-25B4-439D-87EF-8D828D3941D9}" destId="{93738CCA-4E55-4925-AA83-7196FD3A71D9}" srcOrd="0" destOrd="0" presId="urn:microsoft.com/office/officeart/2005/8/layout/process2"/>
    <dgm:cxn modelId="{C16B11B3-C7C9-4205-ADE5-73A26886DA23}" type="presOf" srcId="{5FB74C58-260B-471F-A19E-4D39792832EA}" destId="{09E467D9-0075-4B1F-BB32-27036E571396}" srcOrd="1" destOrd="0" presId="urn:microsoft.com/office/officeart/2005/8/layout/process2"/>
    <dgm:cxn modelId="{A4B638BD-7C95-4DB3-A140-DB4F67F81C1A}" type="presOf" srcId="{FA4B0179-55B4-4646-B4C4-15706E8991F2}" destId="{FB93AF9D-BDC4-4D9E-BD1B-958E2C7696DA}" srcOrd="0" destOrd="0" presId="urn:microsoft.com/office/officeart/2005/8/layout/process2"/>
    <dgm:cxn modelId="{D3E715C3-EE75-4E0E-8069-8BA645AE7F4B}" srcId="{03052079-963D-4B3A-ACED-13EAB3D7D050}" destId="{05629C78-25B4-439D-87EF-8D828D3941D9}" srcOrd="0" destOrd="0" parTransId="{FC54A972-B94A-4CF6-A38F-5EC86F598B24}" sibTransId="{DFC32FCD-5A8A-4C1D-8A83-77671E7E8062}"/>
    <dgm:cxn modelId="{FA927DC8-CA1E-4D40-86A6-25733F849E27}" type="presOf" srcId="{DFC32FCD-5A8A-4C1D-8A83-77671E7E8062}" destId="{B32E88FA-2C7D-49B6-BD2A-19FBCCECC0F7}" srcOrd="0" destOrd="0" presId="urn:microsoft.com/office/officeart/2005/8/layout/process2"/>
    <dgm:cxn modelId="{7B8CE4CA-A426-4E5F-A2E9-DC8CACA60F50}" type="presOf" srcId="{56EB2441-59BC-41F3-B0E6-ACAFB266E7E9}" destId="{FFE92AF3-8EA0-4766-ABC3-22C0F50E7882}" srcOrd="0" destOrd="0" presId="urn:microsoft.com/office/officeart/2005/8/layout/process2"/>
    <dgm:cxn modelId="{B1AAE2CE-9CDD-4AF2-B311-E769C2C7E5D5}" type="presOf" srcId="{DFC32FCD-5A8A-4C1D-8A83-77671E7E8062}" destId="{1D65D9AF-1787-401F-9443-5468898947D7}" srcOrd="1" destOrd="0" presId="urn:microsoft.com/office/officeart/2005/8/layout/process2"/>
    <dgm:cxn modelId="{D58079D1-4F59-4283-A448-A34000E3A3AA}" type="presOf" srcId="{92890354-90BD-47CB-83C1-0AABF4673F85}" destId="{FD4C0858-B076-4317-95BB-FE6DAFD8A7AB}" srcOrd="0" destOrd="0" presId="urn:microsoft.com/office/officeart/2005/8/layout/process2"/>
    <dgm:cxn modelId="{6AC4F0E7-121C-4ECE-A12C-51EF1665A640}" type="presOf" srcId="{8433DBA1-FAAF-4121-BDA1-85A3EEE90F84}" destId="{50B913C6-67E3-4B93-AAC2-04509FD36991}" srcOrd="1" destOrd="0" presId="urn:microsoft.com/office/officeart/2005/8/layout/process2"/>
    <dgm:cxn modelId="{EB0B1FC1-D356-4138-8226-54CE4D5971A2}" type="presParOf" srcId="{F1F3E5CF-31C8-4300-9D28-77289CDBA1A8}" destId="{93738CCA-4E55-4925-AA83-7196FD3A71D9}" srcOrd="0" destOrd="0" presId="urn:microsoft.com/office/officeart/2005/8/layout/process2"/>
    <dgm:cxn modelId="{E18A5BDE-F926-457F-B76D-5EC09A7342A1}" type="presParOf" srcId="{F1F3E5CF-31C8-4300-9D28-77289CDBA1A8}" destId="{B32E88FA-2C7D-49B6-BD2A-19FBCCECC0F7}" srcOrd="1" destOrd="0" presId="urn:microsoft.com/office/officeart/2005/8/layout/process2"/>
    <dgm:cxn modelId="{C1C87D6E-C24B-44FB-AE5D-56D0A77B34DB}" type="presParOf" srcId="{B32E88FA-2C7D-49B6-BD2A-19FBCCECC0F7}" destId="{1D65D9AF-1787-401F-9443-5468898947D7}" srcOrd="0" destOrd="0" presId="urn:microsoft.com/office/officeart/2005/8/layout/process2"/>
    <dgm:cxn modelId="{57D53D96-89DB-4E51-B002-CD6ABCAFF44F}" type="presParOf" srcId="{F1F3E5CF-31C8-4300-9D28-77289CDBA1A8}" destId="{FFE92AF3-8EA0-4766-ABC3-22C0F50E7882}" srcOrd="2" destOrd="0" presId="urn:microsoft.com/office/officeart/2005/8/layout/process2"/>
    <dgm:cxn modelId="{87493126-D747-495E-8720-AEA0B0497A50}" type="presParOf" srcId="{F1F3E5CF-31C8-4300-9D28-77289CDBA1A8}" destId="{21BFB842-F444-4C4D-B1B8-3B08EC7EB94C}" srcOrd="3" destOrd="0" presId="urn:microsoft.com/office/officeart/2005/8/layout/process2"/>
    <dgm:cxn modelId="{6EB71E52-E654-41AF-971A-624AB529CA84}" type="presParOf" srcId="{21BFB842-F444-4C4D-B1B8-3B08EC7EB94C}" destId="{A666B64F-76A9-4529-8852-0DF2464F5ECB}" srcOrd="0" destOrd="0" presId="urn:microsoft.com/office/officeart/2005/8/layout/process2"/>
    <dgm:cxn modelId="{9C265D35-3714-466D-AE23-31D127059299}" type="presParOf" srcId="{F1F3E5CF-31C8-4300-9D28-77289CDBA1A8}" destId="{FB93AF9D-BDC4-4D9E-BD1B-958E2C7696DA}" srcOrd="4" destOrd="0" presId="urn:microsoft.com/office/officeart/2005/8/layout/process2"/>
    <dgm:cxn modelId="{FE7071AA-7C84-4F6C-9481-00AA23308E09}" type="presParOf" srcId="{F1F3E5CF-31C8-4300-9D28-77289CDBA1A8}" destId="{38489EAB-5F6D-47E9-ABC6-0278F9D2F0C5}" srcOrd="5" destOrd="0" presId="urn:microsoft.com/office/officeart/2005/8/layout/process2"/>
    <dgm:cxn modelId="{4EF57B99-1511-40E0-B0CE-0DA2312964AE}" type="presParOf" srcId="{38489EAB-5F6D-47E9-ABC6-0278F9D2F0C5}" destId="{50B913C6-67E3-4B93-AAC2-04509FD36991}" srcOrd="0" destOrd="0" presId="urn:microsoft.com/office/officeart/2005/8/layout/process2"/>
    <dgm:cxn modelId="{4511EF77-CEF0-45F9-9A54-5D7FE9692510}" type="presParOf" srcId="{F1F3E5CF-31C8-4300-9D28-77289CDBA1A8}" destId="{FD4C0858-B076-4317-95BB-FE6DAFD8A7AB}" srcOrd="6" destOrd="0" presId="urn:microsoft.com/office/officeart/2005/8/layout/process2"/>
    <dgm:cxn modelId="{1C6E1197-D9D5-4EEA-B9E0-9958A356334C}" type="presParOf" srcId="{F1F3E5CF-31C8-4300-9D28-77289CDBA1A8}" destId="{753E1269-3DA3-438E-9BA9-F02D7AB05347}" srcOrd="7" destOrd="0" presId="urn:microsoft.com/office/officeart/2005/8/layout/process2"/>
    <dgm:cxn modelId="{44932091-D47D-48CC-8CD0-7596DD837E8D}" type="presParOf" srcId="{753E1269-3DA3-438E-9BA9-F02D7AB05347}" destId="{09E467D9-0075-4B1F-BB32-27036E571396}" srcOrd="0" destOrd="0" presId="urn:microsoft.com/office/officeart/2005/8/layout/process2"/>
    <dgm:cxn modelId="{27CCD838-126A-4683-AA99-C56786FC8DA0}" type="presParOf" srcId="{F1F3E5CF-31C8-4300-9D28-77289CDBA1A8}" destId="{F0124D1B-76D3-4131-9C08-273DAF4F7343}"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052079-963D-4B3A-ACED-13EAB3D7D050}" type="doc">
      <dgm:prSet loTypeId="urn:microsoft.com/office/officeart/2005/8/layout/process2" loCatId="process" qsTypeId="urn:microsoft.com/office/officeart/2005/8/quickstyle/simple5" qsCatId="simple" csTypeId="urn:microsoft.com/office/officeart/2005/8/colors/accent3_2" csCatId="accent3" phldr="1"/>
      <dgm:spPr/>
      <dgm:t>
        <a:bodyPr/>
        <a:lstStyle/>
        <a:p>
          <a:endParaRPr lang="en-US"/>
        </a:p>
      </dgm:t>
    </dgm:pt>
    <dgm:pt modelId="{071F3BF8-7B77-4D4B-817B-50C13FFC3E85}">
      <dgm:prSet/>
      <dgm:spPr/>
      <dgm:t>
        <a:bodyPr/>
        <a:lstStyle/>
        <a:p>
          <a:r>
            <a:rPr lang="en-US" b="1" dirty="0"/>
            <a:t>Get dressed</a:t>
          </a:r>
        </a:p>
      </dgm:t>
    </dgm:pt>
    <dgm:pt modelId="{71B5B0F7-D01F-4BFC-9011-F3480EEC738F}" type="parTrans" cxnId="{BE2D87FA-596F-463E-A373-868E451220D2}">
      <dgm:prSet/>
      <dgm:spPr/>
      <dgm:t>
        <a:bodyPr/>
        <a:lstStyle/>
        <a:p>
          <a:endParaRPr lang="en-US"/>
        </a:p>
      </dgm:t>
    </dgm:pt>
    <dgm:pt modelId="{67CB06C9-A66C-44EF-8210-E3D1C6274F03}" type="sibTrans" cxnId="{BE2D87FA-596F-463E-A373-868E451220D2}">
      <dgm:prSet/>
      <dgm:spPr/>
      <dgm:t>
        <a:bodyPr/>
        <a:lstStyle/>
        <a:p>
          <a:endParaRPr lang="en-US"/>
        </a:p>
      </dgm:t>
    </dgm:pt>
    <dgm:pt modelId="{D2A56C72-0943-49A1-BB1D-EED82A8A4E3B}">
      <dgm:prSet/>
      <dgm:spPr/>
      <dgm:t>
        <a:bodyPr/>
        <a:lstStyle/>
        <a:p>
          <a:r>
            <a:rPr lang="en-US" b="1" dirty="0"/>
            <a:t>Put on jacket</a:t>
          </a:r>
        </a:p>
      </dgm:t>
    </dgm:pt>
    <dgm:pt modelId="{423CDC33-00EE-4953-AF0E-37112CEE54D0}" type="parTrans" cxnId="{26D81AA8-061C-49A5-831E-08591F210B90}">
      <dgm:prSet/>
      <dgm:spPr/>
      <dgm:t>
        <a:bodyPr/>
        <a:lstStyle/>
        <a:p>
          <a:endParaRPr lang="en-US"/>
        </a:p>
      </dgm:t>
    </dgm:pt>
    <dgm:pt modelId="{6B42770F-3B34-4447-BE53-A0F069AA56B9}" type="sibTrans" cxnId="{26D81AA8-061C-49A5-831E-08591F210B90}">
      <dgm:prSet/>
      <dgm:spPr/>
      <dgm:t>
        <a:bodyPr/>
        <a:lstStyle/>
        <a:p>
          <a:endParaRPr lang="en-US"/>
        </a:p>
      </dgm:t>
    </dgm:pt>
    <dgm:pt modelId="{7A3C8622-1360-4773-8FB8-44CD309ABEF5}">
      <dgm:prSet/>
      <dgm:spPr/>
      <dgm:t>
        <a:bodyPr/>
        <a:lstStyle/>
        <a:p>
          <a:r>
            <a:rPr lang="en-US" b="1" dirty="0"/>
            <a:t>Grab Purse</a:t>
          </a:r>
        </a:p>
      </dgm:t>
    </dgm:pt>
    <dgm:pt modelId="{EC464316-14E0-4869-AB54-06611A539D5F}" type="parTrans" cxnId="{877B5B05-684C-4A85-B05D-668AA5BCA8B7}">
      <dgm:prSet/>
      <dgm:spPr/>
      <dgm:t>
        <a:bodyPr/>
        <a:lstStyle/>
        <a:p>
          <a:endParaRPr lang="en-US"/>
        </a:p>
      </dgm:t>
    </dgm:pt>
    <dgm:pt modelId="{7653D20E-8C3B-404E-A7C6-E06D0C7FCA1C}" type="sibTrans" cxnId="{877B5B05-684C-4A85-B05D-668AA5BCA8B7}">
      <dgm:prSet/>
      <dgm:spPr/>
      <dgm:t>
        <a:bodyPr/>
        <a:lstStyle/>
        <a:p>
          <a:endParaRPr lang="en-US"/>
        </a:p>
      </dgm:t>
    </dgm:pt>
    <dgm:pt modelId="{D85742F1-B3DE-41D3-962F-F98C69FB08E7}">
      <dgm:prSet/>
      <dgm:spPr/>
      <dgm:t>
        <a:bodyPr/>
        <a:lstStyle/>
        <a:p>
          <a:r>
            <a:rPr lang="en-US" b="1" dirty="0"/>
            <a:t>Put on Shoes</a:t>
          </a:r>
        </a:p>
      </dgm:t>
    </dgm:pt>
    <dgm:pt modelId="{C2AA003A-D308-450F-AA07-9FEE382E17B8}" type="parTrans" cxnId="{D9CCB911-0632-4A5C-AB42-A7AF27BD7251}">
      <dgm:prSet/>
      <dgm:spPr/>
      <dgm:t>
        <a:bodyPr/>
        <a:lstStyle/>
        <a:p>
          <a:endParaRPr lang="en-US"/>
        </a:p>
      </dgm:t>
    </dgm:pt>
    <dgm:pt modelId="{775992E1-B164-4585-BBA8-7D294A5D282A}" type="sibTrans" cxnId="{D9CCB911-0632-4A5C-AB42-A7AF27BD7251}">
      <dgm:prSet/>
      <dgm:spPr/>
      <dgm:t>
        <a:bodyPr/>
        <a:lstStyle/>
        <a:p>
          <a:endParaRPr lang="en-US"/>
        </a:p>
      </dgm:t>
    </dgm:pt>
    <dgm:pt modelId="{692F9B7A-2899-4B39-8212-8DA213F05BB8}">
      <dgm:prSet/>
      <dgm:spPr/>
      <dgm:t>
        <a:bodyPr/>
        <a:lstStyle/>
        <a:p>
          <a:r>
            <a:rPr lang="en-US" b="1" dirty="0"/>
            <a:t>Take keys and lock door</a:t>
          </a:r>
        </a:p>
      </dgm:t>
    </dgm:pt>
    <dgm:pt modelId="{5895AAD4-9BB0-4E55-B013-247FB8BA32FE}" type="parTrans" cxnId="{5D612829-FE11-4283-9A63-1C73043253B5}">
      <dgm:prSet/>
      <dgm:spPr/>
      <dgm:t>
        <a:bodyPr/>
        <a:lstStyle/>
        <a:p>
          <a:endParaRPr lang="en-US"/>
        </a:p>
      </dgm:t>
    </dgm:pt>
    <dgm:pt modelId="{7A6737D0-B706-4989-A2D9-C0B7CAD225C6}" type="sibTrans" cxnId="{5D612829-FE11-4283-9A63-1C73043253B5}">
      <dgm:prSet/>
      <dgm:spPr/>
      <dgm:t>
        <a:bodyPr/>
        <a:lstStyle/>
        <a:p>
          <a:endParaRPr lang="en-US"/>
        </a:p>
      </dgm:t>
    </dgm:pt>
    <dgm:pt modelId="{F1F3E5CF-31C8-4300-9D28-77289CDBA1A8}" type="pres">
      <dgm:prSet presAssocID="{03052079-963D-4B3A-ACED-13EAB3D7D050}" presName="linearFlow" presStyleCnt="0">
        <dgm:presLayoutVars>
          <dgm:resizeHandles val="exact"/>
        </dgm:presLayoutVars>
      </dgm:prSet>
      <dgm:spPr/>
    </dgm:pt>
    <dgm:pt modelId="{B3461873-1D9D-4A36-B8E5-2E95C8566622}" type="pres">
      <dgm:prSet presAssocID="{071F3BF8-7B77-4D4B-817B-50C13FFC3E85}" presName="node" presStyleLbl="node1" presStyleIdx="0" presStyleCnt="5">
        <dgm:presLayoutVars>
          <dgm:bulletEnabled val="1"/>
        </dgm:presLayoutVars>
      </dgm:prSet>
      <dgm:spPr/>
    </dgm:pt>
    <dgm:pt modelId="{8CF8D104-8272-4AE1-9F1D-16E643A9EC70}" type="pres">
      <dgm:prSet presAssocID="{67CB06C9-A66C-44EF-8210-E3D1C6274F03}" presName="sibTrans" presStyleLbl="sibTrans2D1" presStyleIdx="0" presStyleCnt="4"/>
      <dgm:spPr/>
    </dgm:pt>
    <dgm:pt modelId="{F974644C-03E4-4CAB-B7AC-62BC7607BB05}" type="pres">
      <dgm:prSet presAssocID="{67CB06C9-A66C-44EF-8210-E3D1C6274F03}" presName="connectorText" presStyleLbl="sibTrans2D1" presStyleIdx="0" presStyleCnt="4"/>
      <dgm:spPr/>
    </dgm:pt>
    <dgm:pt modelId="{860B99D2-C24E-422D-9747-ADA06C65D82A}" type="pres">
      <dgm:prSet presAssocID="{D2A56C72-0943-49A1-BB1D-EED82A8A4E3B}" presName="node" presStyleLbl="node1" presStyleIdx="1" presStyleCnt="5">
        <dgm:presLayoutVars>
          <dgm:bulletEnabled val="1"/>
        </dgm:presLayoutVars>
      </dgm:prSet>
      <dgm:spPr/>
    </dgm:pt>
    <dgm:pt modelId="{0C7D94E6-9527-49D6-9C82-2CE6D7FA9D0D}" type="pres">
      <dgm:prSet presAssocID="{6B42770F-3B34-4447-BE53-A0F069AA56B9}" presName="sibTrans" presStyleLbl="sibTrans2D1" presStyleIdx="1" presStyleCnt="4"/>
      <dgm:spPr/>
    </dgm:pt>
    <dgm:pt modelId="{B73599DE-BA58-4269-B460-83FBE32CAFAE}" type="pres">
      <dgm:prSet presAssocID="{6B42770F-3B34-4447-BE53-A0F069AA56B9}" presName="connectorText" presStyleLbl="sibTrans2D1" presStyleIdx="1" presStyleCnt="4"/>
      <dgm:spPr/>
    </dgm:pt>
    <dgm:pt modelId="{982D230A-8071-4A02-93B0-120C97E4B8AD}" type="pres">
      <dgm:prSet presAssocID="{7A3C8622-1360-4773-8FB8-44CD309ABEF5}" presName="node" presStyleLbl="node1" presStyleIdx="2" presStyleCnt="5">
        <dgm:presLayoutVars>
          <dgm:bulletEnabled val="1"/>
        </dgm:presLayoutVars>
      </dgm:prSet>
      <dgm:spPr/>
    </dgm:pt>
    <dgm:pt modelId="{33D58B08-55BC-4FE0-8E98-C3D067DA64FD}" type="pres">
      <dgm:prSet presAssocID="{7653D20E-8C3B-404E-A7C6-E06D0C7FCA1C}" presName="sibTrans" presStyleLbl="sibTrans2D1" presStyleIdx="2" presStyleCnt="4"/>
      <dgm:spPr/>
    </dgm:pt>
    <dgm:pt modelId="{0560DBCE-BEE2-4001-9268-47E957D69A21}" type="pres">
      <dgm:prSet presAssocID="{7653D20E-8C3B-404E-A7C6-E06D0C7FCA1C}" presName="connectorText" presStyleLbl="sibTrans2D1" presStyleIdx="2" presStyleCnt="4"/>
      <dgm:spPr/>
    </dgm:pt>
    <dgm:pt modelId="{969575E2-F974-4872-9641-3E3496ED7884}" type="pres">
      <dgm:prSet presAssocID="{D85742F1-B3DE-41D3-962F-F98C69FB08E7}" presName="node" presStyleLbl="node1" presStyleIdx="3" presStyleCnt="5">
        <dgm:presLayoutVars>
          <dgm:bulletEnabled val="1"/>
        </dgm:presLayoutVars>
      </dgm:prSet>
      <dgm:spPr/>
    </dgm:pt>
    <dgm:pt modelId="{1187C8C7-DEE6-475A-BD70-6CE16869D7CE}" type="pres">
      <dgm:prSet presAssocID="{775992E1-B164-4585-BBA8-7D294A5D282A}" presName="sibTrans" presStyleLbl="sibTrans2D1" presStyleIdx="3" presStyleCnt="4"/>
      <dgm:spPr/>
    </dgm:pt>
    <dgm:pt modelId="{FC9D7D40-7135-4068-967D-8C370CBA524F}" type="pres">
      <dgm:prSet presAssocID="{775992E1-B164-4585-BBA8-7D294A5D282A}" presName="connectorText" presStyleLbl="sibTrans2D1" presStyleIdx="3" presStyleCnt="4"/>
      <dgm:spPr/>
    </dgm:pt>
    <dgm:pt modelId="{119C2669-810B-4822-AA75-0F5C3939C3BC}" type="pres">
      <dgm:prSet presAssocID="{692F9B7A-2899-4B39-8212-8DA213F05BB8}" presName="node" presStyleLbl="node1" presStyleIdx="4" presStyleCnt="5">
        <dgm:presLayoutVars>
          <dgm:bulletEnabled val="1"/>
        </dgm:presLayoutVars>
      </dgm:prSet>
      <dgm:spPr/>
    </dgm:pt>
  </dgm:ptLst>
  <dgm:cxnLst>
    <dgm:cxn modelId="{774E2300-1DFC-4213-B870-D4DED0769FE3}" type="presOf" srcId="{03052079-963D-4B3A-ACED-13EAB3D7D050}" destId="{F1F3E5CF-31C8-4300-9D28-77289CDBA1A8}" srcOrd="0" destOrd="0" presId="urn:microsoft.com/office/officeart/2005/8/layout/process2"/>
    <dgm:cxn modelId="{877B5B05-684C-4A85-B05D-668AA5BCA8B7}" srcId="{03052079-963D-4B3A-ACED-13EAB3D7D050}" destId="{7A3C8622-1360-4773-8FB8-44CD309ABEF5}" srcOrd="2" destOrd="0" parTransId="{EC464316-14E0-4869-AB54-06611A539D5F}" sibTransId="{7653D20E-8C3B-404E-A7C6-E06D0C7FCA1C}"/>
    <dgm:cxn modelId="{D9CCB911-0632-4A5C-AB42-A7AF27BD7251}" srcId="{03052079-963D-4B3A-ACED-13EAB3D7D050}" destId="{D85742F1-B3DE-41D3-962F-F98C69FB08E7}" srcOrd="3" destOrd="0" parTransId="{C2AA003A-D308-450F-AA07-9FEE382E17B8}" sibTransId="{775992E1-B164-4585-BBA8-7D294A5D282A}"/>
    <dgm:cxn modelId="{5D612829-FE11-4283-9A63-1C73043253B5}" srcId="{03052079-963D-4B3A-ACED-13EAB3D7D050}" destId="{692F9B7A-2899-4B39-8212-8DA213F05BB8}" srcOrd="4" destOrd="0" parTransId="{5895AAD4-9BB0-4E55-B013-247FB8BA32FE}" sibTransId="{7A6737D0-B706-4989-A2D9-C0B7CAD225C6}"/>
    <dgm:cxn modelId="{4E364B35-7A4C-4A56-88EB-7324AF09297A}" type="presOf" srcId="{6B42770F-3B34-4447-BE53-A0F069AA56B9}" destId="{0C7D94E6-9527-49D6-9C82-2CE6D7FA9D0D}" srcOrd="0" destOrd="0" presId="urn:microsoft.com/office/officeart/2005/8/layout/process2"/>
    <dgm:cxn modelId="{81B19561-A030-4DD9-8F24-8353067F0943}" type="presOf" srcId="{67CB06C9-A66C-44EF-8210-E3D1C6274F03}" destId="{8CF8D104-8272-4AE1-9F1D-16E643A9EC70}" srcOrd="0" destOrd="0" presId="urn:microsoft.com/office/officeart/2005/8/layout/process2"/>
    <dgm:cxn modelId="{E98D424A-24AB-47D6-8842-A03F13D6AA03}" type="presOf" srcId="{67CB06C9-A66C-44EF-8210-E3D1C6274F03}" destId="{F974644C-03E4-4CAB-B7AC-62BC7607BB05}" srcOrd="1" destOrd="0" presId="urn:microsoft.com/office/officeart/2005/8/layout/process2"/>
    <dgm:cxn modelId="{EF03D14D-5889-4BD5-8C21-C34DEA9D70BB}" type="presOf" srcId="{775992E1-B164-4585-BBA8-7D294A5D282A}" destId="{1187C8C7-DEE6-475A-BD70-6CE16869D7CE}" srcOrd="0" destOrd="0" presId="urn:microsoft.com/office/officeart/2005/8/layout/process2"/>
    <dgm:cxn modelId="{419DDB4D-9374-4425-9423-8DADD3166926}" type="presOf" srcId="{7653D20E-8C3B-404E-A7C6-E06D0C7FCA1C}" destId="{33D58B08-55BC-4FE0-8E98-C3D067DA64FD}" srcOrd="0" destOrd="0" presId="urn:microsoft.com/office/officeart/2005/8/layout/process2"/>
    <dgm:cxn modelId="{81D8F16F-44F9-430D-9F71-EFB154B78DCB}" type="presOf" srcId="{D85742F1-B3DE-41D3-962F-F98C69FB08E7}" destId="{969575E2-F974-4872-9641-3E3496ED7884}" srcOrd="0" destOrd="0" presId="urn:microsoft.com/office/officeart/2005/8/layout/process2"/>
    <dgm:cxn modelId="{2C2F8073-BEC9-46D6-99EE-5BDB35A19D95}" type="presOf" srcId="{D2A56C72-0943-49A1-BB1D-EED82A8A4E3B}" destId="{860B99D2-C24E-422D-9747-ADA06C65D82A}" srcOrd="0" destOrd="0" presId="urn:microsoft.com/office/officeart/2005/8/layout/process2"/>
    <dgm:cxn modelId="{A0E75D80-6083-4087-8D8C-88C0D86ACB71}" type="presOf" srcId="{7A3C8622-1360-4773-8FB8-44CD309ABEF5}" destId="{982D230A-8071-4A02-93B0-120C97E4B8AD}" srcOrd="0" destOrd="0" presId="urn:microsoft.com/office/officeart/2005/8/layout/process2"/>
    <dgm:cxn modelId="{EF50658E-920D-41F7-B7F4-92894829FEE6}" type="presOf" srcId="{6B42770F-3B34-4447-BE53-A0F069AA56B9}" destId="{B73599DE-BA58-4269-B460-83FBE32CAFAE}" srcOrd="1" destOrd="0" presId="urn:microsoft.com/office/officeart/2005/8/layout/process2"/>
    <dgm:cxn modelId="{26D81AA8-061C-49A5-831E-08591F210B90}" srcId="{03052079-963D-4B3A-ACED-13EAB3D7D050}" destId="{D2A56C72-0943-49A1-BB1D-EED82A8A4E3B}" srcOrd="1" destOrd="0" parTransId="{423CDC33-00EE-4953-AF0E-37112CEE54D0}" sibTransId="{6B42770F-3B34-4447-BE53-A0F069AA56B9}"/>
    <dgm:cxn modelId="{BCBF2CC0-96E5-4921-9A9E-B1CB32302D08}" type="presOf" srcId="{071F3BF8-7B77-4D4B-817B-50C13FFC3E85}" destId="{B3461873-1D9D-4A36-B8E5-2E95C8566622}" srcOrd="0" destOrd="0" presId="urn:microsoft.com/office/officeart/2005/8/layout/process2"/>
    <dgm:cxn modelId="{9ABFA4C3-3FBC-428F-BE26-2CF2306FBE79}" type="presOf" srcId="{692F9B7A-2899-4B39-8212-8DA213F05BB8}" destId="{119C2669-810B-4822-AA75-0F5C3939C3BC}" srcOrd="0" destOrd="0" presId="urn:microsoft.com/office/officeart/2005/8/layout/process2"/>
    <dgm:cxn modelId="{182790E8-9F3C-4718-A7A0-AF703C5E2591}" type="presOf" srcId="{7653D20E-8C3B-404E-A7C6-E06D0C7FCA1C}" destId="{0560DBCE-BEE2-4001-9268-47E957D69A21}" srcOrd="1" destOrd="0" presId="urn:microsoft.com/office/officeart/2005/8/layout/process2"/>
    <dgm:cxn modelId="{BE2D87FA-596F-463E-A373-868E451220D2}" srcId="{03052079-963D-4B3A-ACED-13EAB3D7D050}" destId="{071F3BF8-7B77-4D4B-817B-50C13FFC3E85}" srcOrd="0" destOrd="0" parTransId="{71B5B0F7-D01F-4BFC-9011-F3480EEC738F}" sibTransId="{67CB06C9-A66C-44EF-8210-E3D1C6274F03}"/>
    <dgm:cxn modelId="{51D2E2FB-E842-4640-83C9-0B5B2BF5110D}" type="presOf" srcId="{775992E1-B164-4585-BBA8-7D294A5D282A}" destId="{FC9D7D40-7135-4068-967D-8C370CBA524F}" srcOrd="1" destOrd="0" presId="urn:microsoft.com/office/officeart/2005/8/layout/process2"/>
    <dgm:cxn modelId="{A0F453DB-C6A3-4B3F-B0A1-2534949852F0}" type="presParOf" srcId="{F1F3E5CF-31C8-4300-9D28-77289CDBA1A8}" destId="{B3461873-1D9D-4A36-B8E5-2E95C8566622}" srcOrd="0" destOrd="0" presId="urn:microsoft.com/office/officeart/2005/8/layout/process2"/>
    <dgm:cxn modelId="{27D5E279-4335-4613-BA8D-128136246930}" type="presParOf" srcId="{F1F3E5CF-31C8-4300-9D28-77289CDBA1A8}" destId="{8CF8D104-8272-4AE1-9F1D-16E643A9EC70}" srcOrd="1" destOrd="0" presId="urn:microsoft.com/office/officeart/2005/8/layout/process2"/>
    <dgm:cxn modelId="{4D9DF2A0-A42E-4C61-8DCA-36FC07A37EAF}" type="presParOf" srcId="{8CF8D104-8272-4AE1-9F1D-16E643A9EC70}" destId="{F974644C-03E4-4CAB-B7AC-62BC7607BB05}" srcOrd="0" destOrd="0" presId="urn:microsoft.com/office/officeart/2005/8/layout/process2"/>
    <dgm:cxn modelId="{546F84E1-6A2B-4CCA-9A04-EFB2481CD81C}" type="presParOf" srcId="{F1F3E5CF-31C8-4300-9D28-77289CDBA1A8}" destId="{860B99D2-C24E-422D-9747-ADA06C65D82A}" srcOrd="2" destOrd="0" presId="urn:microsoft.com/office/officeart/2005/8/layout/process2"/>
    <dgm:cxn modelId="{947D44A5-D9A7-474E-A3CA-EC2F33712670}" type="presParOf" srcId="{F1F3E5CF-31C8-4300-9D28-77289CDBA1A8}" destId="{0C7D94E6-9527-49D6-9C82-2CE6D7FA9D0D}" srcOrd="3" destOrd="0" presId="urn:microsoft.com/office/officeart/2005/8/layout/process2"/>
    <dgm:cxn modelId="{EF988250-F3FF-45C0-8948-ADB34E72FE98}" type="presParOf" srcId="{0C7D94E6-9527-49D6-9C82-2CE6D7FA9D0D}" destId="{B73599DE-BA58-4269-B460-83FBE32CAFAE}" srcOrd="0" destOrd="0" presId="urn:microsoft.com/office/officeart/2005/8/layout/process2"/>
    <dgm:cxn modelId="{D15F217E-C476-43D2-9B89-2662A064170C}" type="presParOf" srcId="{F1F3E5CF-31C8-4300-9D28-77289CDBA1A8}" destId="{982D230A-8071-4A02-93B0-120C97E4B8AD}" srcOrd="4" destOrd="0" presId="urn:microsoft.com/office/officeart/2005/8/layout/process2"/>
    <dgm:cxn modelId="{A7233ACD-5306-43EF-A46F-D039C8F3C7D0}" type="presParOf" srcId="{F1F3E5CF-31C8-4300-9D28-77289CDBA1A8}" destId="{33D58B08-55BC-4FE0-8E98-C3D067DA64FD}" srcOrd="5" destOrd="0" presId="urn:microsoft.com/office/officeart/2005/8/layout/process2"/>
    <dgm:cxn modelId="{BD036F92-F48D-4577-82B5-A6B4AE9D1239}" type="presParOf" srcId="{33D58B08-55BC-4FE0-8E98-C3D067DA64FD}" destId="{0560DBCE-BEE2-4001-9268-47E957D69A21}" srcOrd="0" destOrd="0" presId="urn:microsoft.com/office/officeart/2005/8/layout/process2"/>
    <dgm:cxn modelId="{DADCA909-D1FC-476C-9D04-B15A7A5DE61D}" type="presParOf" srcId="{F1F3E5CF-31C8-4300-9D28-77289CDBA1A8}" destId="{969575E2-F974-4872-9641-3E3496ED7884}" srcOrd="6" destOrd="0" presId="urn:microsoft.com/office/officeart/2005/8/layout/process2"/>
    <dgm:cxn modelId="{5D2A8C30-9DA0-40A9-A6B2-A49F3119EB62}" type="presParOf" srcId="{F1F3E5CF-31C8-4300-9D28-77289CDBA1A8}" destId="{1187C8C7-DEE6-475A-BD70-6CE16869D7CE}" srcOrd="7" destOrd="0" presId="urn:microsoft.com/office/officeart/2005/8/layout/process2"/>
    <dgm:cxn modelId="{A6A64378-DBD8-4DF7-B84A-02889E5699AB}" type="presParOf" srcId="{1187C8C7-DEE6-475A-BD70-6CE16869D7CE}" destId="{FC9D7D40-7135-4068-967D-8C370CBA524F}" srcOrd="0" destOrd="0" presId="urn:microsoft.com/office/officeart/2005/8/layout/process2"/>
    <dgm:cxn modelId="{8FA36474-049E-416A-B14D-5913B43E56D1}" type="presParOf" srcId="{F1F3E5CF-31C8-4300-9D28-77289CDBA1A8}" destId="{119C2669-810B-4822-AA75-0F5C3939C3BC}" srcOrd="8"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052079-963D-4B3A-ACED-13EAB3D7D050}" type="doc">
      <dgm:prSet loTypeId="urn:microsoft.com/office/officeart/2005/8/layout/process2" loCatId="process" qsTypeId="urn:microsoft.com/office/officeart/2005/8/quickstyle/simple5" qsCatId="simple" csTypeId="urn:microsoft.com/office/officeart/2005/8/colors/accent3_2" csCatId="accent3" phldr="1"/>
      <dgm:spPr/>
      <dgm:t>
        <a:bodyPr/>
        <a:lstStyle/>
        <a:p>
          <a:endParaRPr lang="en-US"/>
        </a:p>
      </dgm:t>
    </dgm:pt>
    <dgm:pt modelId="{071F3BF8-7B77-4D4B-817B-50C13FFC3E85}">
      <dgm:prSet/>
      <dgm:spPr/>
      <dgm:t>
        <a:bodyPr/>
        <a:lstStyle/>
        <a:p>
          <a:r>
            <a:rPr lang="en-US" b="1" dirty="0"/>
            <a:t>Unlock car</a:t>
          </a:r>
        </a:p>
      </dgm:t>
    </dgm:pt>
    <dgm:pt modelId="{71B5B0F7-D01F-4BFC-9011-F3480EEC738F}" type="parTrans" cxnId="{BE2D87FA-596F-463E-A373-868E451220D2}">
      <dgm:prSet/>
      <dgm:spPr/>
      <dgm:t>
        <a:bodyPr/>
        <a:lstStyle/>
        <a:p>
          <a:endParaRPr lang="en-US"/>
        </a:p>
      </dgm:t>
    </dgm:pt>
    <dgm:pt modelId="{67CB06C9-A66C-44EF-8210-E3D1C6274F03}" type="sibTrans" cxnId="{BE2D87FA-596F-463E-A373-868E451220D2}">
      <dgm:prSet/>
      <dgm:spPr/>
      <dgm:t>
        <a:bodyPr/>
        <a:lstStyle/>
        <a:p>
          <a:endParaRPr lang="en-US"/>
        </a:p>
      </dgm:t>
    </dgm:pt>
    <dgm:pt modelId="{82172953-5CAB-4998-B13D-FF283D839C16}">
      <dgm:prSet/>
      <dgm:spPr/>
      <dgm:t>
        <a:bodyPr/>
        <a:lstStyle/>
        <a:p>
          <a:r>
            <a:rPr lang="en-US" b="1" dirty="0"/>
            <a:t>Start car</a:t>
          </a:r>
        </a:p>
      </dgm:t>
    </dgm:pt>
    <dgm:pt modelId="{E2AA66EF-CCED-44F7-A5B8-089A5D2DD7FA}" type="parTrans" cxnId="{680AB485-E9B2-4BF6-A0A1-F3196E049937}">
      <dgm:prSet/>
      <dgm:spPr/>
      <dgm:t>
        <a:bodyPr/>
        <a:lstStyle/>
        <a:p>
          <a:endParaRPr lang="en-US"/>
        </a:p>
      </dgm:t>
    </dgm:pt>
    <dgm:pt modelId="{18DEE709-33E2-47A6-A2FB-91F6F43EB85E}" type="sibTrans" cxnId="{680AB485-E9B2-4BF6-A0A1-F3196E049937}">
      <dgm:prSet/>
      <dgm:spPr/>
      <dgm:t>
        <a:bodyPr/>
        <a:lstStyle/>
        <a:p>
          <a:endParaRPr lang="en-US"/>
        </a:p>
      </dgm:t>
    </dgm:pt>
    <dgm:pt modelId="{475141DD-5FE8-40B4-B127-6416D1D7619C}">
      <dgm:prSet/>
      <dgm:spPr/>
      <dgm:t>
        <a:bodyPr/>
        <a:lstStyle/>
        <a:p>
          <a:r>
            <a:rPr lang="en-US" b="1" dirty="0"/>
            <a:t>Put on seatbelt</a:t>
          </a:r>
        </a:p>
      </dgm:t>
    </dgm:pt>
    <dgm:pt modelId="{A744B1A6-1798-4AE3-84D3-3995EE1DC6F1}" type="parTrans" cxnId="{F4EA57B1-314C-47B2-8B34-0BEA81D6DD72}">
      <dgm:prSet/>
      <dgm:spPr/>
      <dgm:t>
        <a:bodyPr/>
        <a:lstStyle/>
        <a:p>
          <a:endParaRPr lang="en-US"/>
        </a:p>
      </dgm:t>
    </dgm:pt>
    <dgm:pt modelId="{31CB2F4B-7BBC-43AF-B8A7-897633780FC6}" type="sibTrans" cxnId="{F4EA57B1-314C-47B2-8B34-0BEA81D6DD72}">
      <dgm:prSet/>
      <dgm:spPr/>
      <dgm:t>
        <a:bodyPr/>
        <a:lstStyle/>
        <a:p>
          <a:endParaRPr lang="en-US"/>
        </a:p>
      </dgm:t>
    </dgm:pt>
    <dgm:pt modelId="{C45B412C-9E3D-4FC4-B2CE-028DB505AD1A}">
      <dgm:prSet/>
      <dgm:spPr/>
      <dgm:t>
        <a:bodyPr/>
        <a:lstStyle/>
        <a:p>
          <a:r>
            <a:rPr lang="en-US" b="1" dirty="0"/>
            <a:t>Drive to work</a:t>
          </a:r>
        </a:p>
      </dgm:t>
    </dgm:pt>
    <dgm:pt modelId="{482D49DF-2099-4F41-B593-DA0334B88333}" type="parTrans" cxnId="{97A279A9-B97D-48A9-B2C1-9B69522368D6}">
      <dgm:prSet/>
      <dgm:spPr/>
      <dgm:t>
        <a:bodyPr/>
        <a:lstStyle/>
        <a:p>
          <a:endParaRPr lang="en-US"/>
        </a:p>
      </dgm:t>
    </dgm:pt>
    <dgm:pt modelId="{F3B8E94E-9B2B-402D-ADFC-A1C5F63C8D6D}" type="sibTrans" cxnId="{97A279A9-B97D-48A9-B2C1-9B69522368D6}">
      <dgm:prSet/>
      <dgm:spPr/>
      <dgm:t>
        <a:bodyPr/>
        <a:lstStyle/>
        <a:p>
          <a:endParaRPr lang="en-US"/>
        </a:p>
      </dgm:t>
    </dgm:pt>
    <dgm:pt modelId="{F1F3E5CF-31C8-4300-9D28-77289CDBA1A8}" type="pres">
      <dgm:prSet presAssocID="{03052079-963D-4B3A-ACED-13EAB3D7D050}" presName="linearFlow" presStyleCnt="0">
        <dgm:presLayoutVars>
          <dgm:resizeHandles val="exact"/>
        </dgm:presLayoutVars>
      </dgm:prSet>
      <dgm:spPr/>
    </dgm:pt>
    <dgm:pt modelId="{B3461873-1D9D-4A36-B8E5-2E95C8566622}" type="pres">
      <dgm:prSet presAssocID="{071F3BF8-7B77-4D4B-817B-50C13FFC3E85}" presName="node" presStyleLbl="node1" presStyleIdx="0" presStyleCnt="4">
        <dgm:presLayoutVars>
          <dgm:bulletEnabled val="1"/>
        </dgm:presLayoutVars>
      </dgm:prSet>
      <dgm:spPr/>
    </dgm:pt>
    <dgm:pt modelId="{8CF8D104-8272-4AE1-9F1D-16E643A9EC70}" type="pres">
      <dgm:prSet presAssocID="{67CB06C9-A66C-44EF-8210-E3D1C6274F03}" presName="sibTrans" presStyleLbl="sibTrans2D1" presStyleIdx="0" presStyleCnt="3"/>
      <dgm:spPr/>
    </dgm:pt>
    <dgm:pt modelId="{F974644C-03E4-4CAB-B7AC-62BC7607BB05}" type="pres">
      <dgm:prSet presAssocID="{67CB06C9-A66C-44EF-8210-E3D1C6274F03}" presName="connectorText" presStyleLbl="sibTrans2D1" presStyleIdx="0" presStyleCnt="3"/>
      <dgm:spPr/>
    </dgm:pt>
    <dgm:pt modelId="{4735A427-DE5A-4E6F-9F85-7CFB4F657CB8}" type="pres">
      <dgm:prSet presAssocID="{82172953-5CAB-4998-B13D-FF283D839C16}" presName="node" presStyleLbl="node1" presStyleIdx="1" presStyleCnt="4">
        <dgm:presLayoutVars>
          <dgm:bulletEnabled val="1"/>
        </dgm:presLayoutVars>
      </dgm:prSet>
      <dgm:spPr/>
    </dgm:pt>
    <dgm:pt modelId="{A00C3B9E-1798-4B82-B80C-52E376835AE8}" type="pres">
      <dgm:prSet presAssocID="{18DEE709-33E2-47A6-A2FB-91F6F43EB85E}" presName="sibTrans" presStyleLbl="sibTrans2D1" presStyleIdx="1" presStyleCnt="3"/>
      <dgm:spPr/>
    </dgm:pt>
    <dgm:pt modelId="{3513B2BB-A9BE-4839-B81D-E910689A4037}" type="pres">
      <dgm:prSet presAssocID="{18DEE709-33E2-47A6-A2FB-91F6F43EB85E}" presName="connectorText" presStyleLbl="sibTrans2D1" presStyleIdx="1" presStyleCnt="3"/>
      <dgm:spPr/>
    </dgm:pt>
    <dgm:pt modelId="{29444AED-3826-42AC-99B0-AC799A2B1EAE}" type="pres">
      <dgm:prSet presAssocID="{475141DD-5FE8-40B4-B127-6416D1D7619C}" presName="node" presStyleLbl="node1" presStyleIdx="2" presStyleCnt="4">
        <dgm:presLayoutVars>
          <dgm:bulletEnabled val="1"/>
        </dgm:presLayoutVars>
      </dgm:prSet>
      <dgm:spPr/>
    </dgm:pt>
    <dgm:pt modelId="{C9C95EED-B831-42BF-B4E5-1A132ECE8A7A}" type="pres">
      <dgm:prSet presAssocID="{31CB2F4B-7BBC-43AF-B8A7-897633780FC6}" presName="sibTrans" presStyleLbl="sibTrans2D1" presStyleIdx="2" presStyleCnt="3"/>
      <dgm:spPr/>
    </dgm:pt>
    <dgm:pt modelId="{6DDBD041-2938-4864-991F-D1566BC083D7}" type="pres">
      <dgm:prSet presAssocID="{31CB2F4B-7BBC-43AF-B8A7-897633780FC6}" presName="connectorText" presStyleLbl="sibTrans2D1" presStyleIdx="2" presStyleCnt="3"/>
      <dgm:spPr/>
    </dgm:pt>
    <dgm:pt modelId="{CD2C0CAC-85A3-4E47-844F-29F1D5069A45}" type="pres">
      <dgm:prSet presAssocID="{C45B412C-9E3D-4FC4-B2CE-028DB505AD1A}" presName="node" presStyleLbl="node1" presStyleIdx="3" presStyleCnt="4">
        <dgm:presLayoutVars>
          <dgm:bulletEnabled val="1"/>
        </dgm:presLayoutVars>
      </dgm:prSet>
      <dgm:spPr/>
    </dgm:pt>
  </dgm:ptLst>
  <dgm:cxnLst>
    <dgm:cxn modelId="{774E2300-1DFC-4213-B870-D4DED0769FE3}" type="presOf" srcId="{03052079-963D-4B3A-ACED-13EAB3D7D050}" destId="{F1F3E5CF-31C8-4300-9D28-77289CDBA1A8}" srcOrd="0" destOrd="0" presId="urn:microsoft.com/office/officeart/2005/8/layout/process2"/>
    <dgm:cxn modelId="{5614EB1D-26C5-4714-A94A-996CA04FB186}" type="presOf" srcId="{C45B412C-9E3D-4FC4-B2CE-028DB505AD1A}" destId="{CD2C0CAC-85A3-4E47-844F-29F1D5069A45}" srcOrd="0" destOrd="0" presId="urn:microsoft.com/office/officeart/2005/8/layout/process2"/>
    <dgm:cxn modelId="{79D8BB22-D66A-4222-9DCF-7FF428A5D385}" type="presOf" srcId="{18DEE709-33E2-47A6-A2FB-91F6F43EB85E}" destId="{A00C3B9E-1798-4B82-B80C-52E376835AE8}" srcOrd="0" destOrd="0" presId="urn:microsoft.com/office/officeart/2005/8/layout/process2"/>
    <dgm:cxn modelId="{2985162B-283C-4EE4-B651-9023F012BFBA}" type="presOf" srcId="{31CB2F4B-7BBC-43AF-B8A7-897633780FC6}" destId="{C9C95EED-B831-42BF-B4E5-1A132ECE8A7A}" srcOrd="0" destOrd="0" presId="urn:microsoft.com/office/officeart/2005/8/layout/process2"/>
    <dgm:cxn modelId="{F2267531-192D-4B05-BC8D-51E6E11D6F6C}" type="presOf" srcId="{18DEE709-33E2-47A6-A2FB-91F6F43EB85E}" destId="{3513B2BB-A9BE-4839-B81D-E910689A4037}" srcOrd="1" destOrd="0" presId="urn:microsoft.com/office/officeart/2005/8/layout/process2"/>
    <dgm:cxn modelId="{81B19561-A030-4DD9-8F24-8353067F0943}" type="presOf" srcId="{67CB06C9-A66C-44EF-8210-E3D1C6274F03}" destId="{8CF8D104-8272-4AE1-9F1D-16E643A9EC70}" srcOrd="0" destOrd="0" presId="urn:microsoft.com/office/officeart/2005/8/layout/process2"/>
    <dgm:cxn modelId="{E98D424A-24AB-47D6-8842-A03F13D6AA03}" type="presOf" srcId="{67CB06C9-A66C-44EF-8210-E3D1C6274F03}" destId="{F974644C-03E4-4CAB-B7AC-62BC7607BB05}" srcOrd="1" destOrd="0" presId="urn:microsoft.com/office/officeart/2005/8/layout/process2"/>
    <dgm:cxn modelId="{680AB485-E9B2-4BF6-A0A1-F3196E049937}" srcId="{03052079-963D-4B3A-ACED-13EAB3D7D050}" destId="{82172953-5CAB-4998-B13D-FF283D839C16}" srcOrd="1" destOrd="0" parTransId="{E2AA66EF-CCED-44F7-A5B8-089A5D2DD7FA}" sibTransId="{18DEE709-33E2-47A6-A2FB-91F6F43EB85E}"/>
    <dgm:cxn modelId="{70EB6EA1-14CF-4B25-B771-83D238BADE33}" type="presOf" srcId="{475141DD-5FE8-40B4-B127-6416D1D7619C}" destId="{29444AED-3826-42AC-99B0-AC799A2B1EAE}" srcOrd="0" destOrd="0" presId="urn:microsoft.com/office/officeart/2005/8/layout/process2"/>
    <dgm:cxn modelId="{97A279A9-B97D-48A9-B2C1-9B69522368D6}" srcId="{03052079-963D-4B3A-ACED-13EAB3D7D050}" destId="{C45B412C-9E3D-4FC4-B2CE-028DB505AD1A}" srcOrd="3" destOrd="0" parTransId="{482D49DF-2099-4F41-B593-DA0334B88333}" sibTransId="{F3B8E94E-9B2B-402D-ADFC-A1C5F63C8D6D}"/>
    <dgm:cxn modelId="{F4EA57B1-314C-47B2-8B34-0BEA81D6DD72}" srcId="{03052079-963D-4B3A-ACED-13EAB3D7D050}" destId="{475141DD-5FE8-40B4-B127-6416D1D7619C}" srcOrd="2" destOrd="0" parTransId="{A744B1A6-1798-4AE3-84D3-3995EE1DC6F1}" sibTransId="{31CB2F4B-7BBC-43AF-B8A7-897633780FC6}"/>
    <dgm:cxn modelId="{BCBF2CC0-96E5-4921-9A9E-B1CB32302D08}" type="presOf" srcId="{071F3BF8-7B77-4D4B-817B-50C13FFC3E85}" destId="{B3461873-1D9D-4A36-B8E5-2E95C8566622}" srcOrd="0" destOrd="0" presId="urn:microsoft.com/office/officeart/2005/8/layout/process2"/>
    <dgm:cxn modelId="{53258EE5-115A-40DD-ADD6-9250D9D53703}" type="presOf" srcId="{31CB2F4B-7BBC-43AF-B8A7-897633780FC6}" destId="{6DDBD041-2938-4864-991F-D1566BC083D7}" srcOrd="1" destOrd="0" presId="urn:microsoft.com/office/officeart/2005/8/layout/process2"/>
    <dgm:cxn modelId="{CBF74DE7-DE7E-40DD-80A3-20D94720057B}" type="presOf" srcId="{82172953-5CAB-4998-B13D-FF283D839C16}" destId="{4735A427-DE5A-4E6F-9F85-7CFB4F657CB8}" srcOrd="0" destOrd="0" presId="urn:microsoft.com/office/officeart/2005/8/layout/process2"/>
    <dgm:cxn modelId="{BE2D87FA-596F-463E-A373-868E451220D2}" srcId="{03052079-963D-4B3A-ACED-13EAB3D7D050}" destId="{071F3BF8-7B77-4D4B-817B-50C13FFC3E85}" srcOrd="0" destOrd="0" parTransId="{71B5B0F7-D01F-4BFC-9011-F3480EEC738F}" sibTransId="{67CB06C9-A66C-44EF-8210-E3D1C6274F03}"/>
    <dgm:cxn modelId="{A0F453DB-C6A3-4B3F-B0A1-2534949852F0}" type="presParOf" srcId="{F1F3E5CF-31C8-4300-9D28-77289CDBA1A8}" destId="{B3461873-1D9D-4A36-B8E5-2E95C8566622}" srcOrd="0" destOrd="0" presId="urn:microsoft.com/office/officeart/2005/8/layout/process2"/>
    <dgm:cxn modelId="{27D5E279-4335-4613-BA8D-128136246930}" type="presParOf" srcId="{F1F3E5CF-31C8-4300-9D28-77289CDBA1A8}" destId="{8CF8D104-8272-4AE1-9F1D-16E643A9EC70}" srcOrd="1" destOrd="0" presId="urn:microsoft.com/office/officeart/2005/8/layout/process2"/>
    <dgm:cxn modelId="{4D9DF2A0-A42E-4C61-8DCA-36FC07A37EAF}" type="presParOf" srcId="{8CF8D104-8272-4AE1-9F1D-16E643A9EC70}" destId="{F974644C-03E4-4CAB-B7AC-62BC7607BB05}" srcOrd="0" destOrd="0" presId="urn:microsoft.com/office/officeart/2005/8/layout/process2"/>
    <dgm:cxn modelId="{E3EC4FC1-19FE-4500-A476-E481A0CF7096}" type="presParOf" srcId="{F1F3E5CF-31C8-4300-9D28-77289CDBA1A8}" destId="{4735A427-DE5A-4E6F-9F85-7CFB4F657CB8}" srcOrd="2" destOrd="0" presId="urn:microsoft.com/office/officeart/2005/8/layout/process2"/>
    <dgm:cxn modelId="{388C582F-41B2-47B7-AC25-E3096A35F6CB}" type="presParOf" srcId="{F1F3E5CF-31C8-4300-9D28-77289CDBA1A8}" destId="{A00C3B9E-1798-4B82-B80C-52E376835AE8}" srcOrd="3" destOrd="0" presId="urn:microsoft.com/office/officeart/2005/8/layout/process2"/>
    <dgm:cxn modelId="{8A80091F-3C1D-4F29-8F51-8A1B5E1E641B}" type="presParOf" srcId="{A00C3B9E-1798-4B82-B80C-52E376835AE8}" destId="{3513B2BB-A9BE-4839-B81D-E910689A4037}" srcOrd="0" destOrd="0" presId="urn:microsoft.com/office/officeart/2005/8/layout/process2"/>
    <dgm:cxn modelId="{68A9F01C-2A60-473C-B222-C9D123987183}" type="presParOf" srcId="{F1F3E5CF-31C8-4300-9D28-77289CDBA1A8}" destId="{29444AED-3826-42AC-99B0-AC799A2B1EAE}" srcOrd="4" destOrd="0" presId="urn:microsoft.com/office/officeart/2005/8/layout/process2"/>
    <dgm:cxn modelId="{8710ED6D-93EA-4BAC-99E3-C906B939AE63}" type="presParOf" srcId="{F1F3E5CF-31C8-4300-9D28-77289CDBA1A8}" destId="{C9C95EED-B831-42BF-B4E5-1A132ECE8A7A}" srcOrd="5" destOrd="0" presId="urn:microsoft.com/office/officeart/2005/8/layout/process2"/>
    <dgm:cxn modelId="{BA43DF46-51D1-458F-BB1B-019B7F62BE24}" type="presParOf" srcId="{C9C95EED-B831-42BF-B4E5-1A132ECE8A7A}" destId="{6DDBD041-2938-4864-991F-D1566BC083D7}" srcOrd="0" destOrd="0" presId="urn:microsoft.com/office/officeart/2005/8/layout/process2"/>
    <dgm:cxn modelId="{F6F0BF41-A6E7-4D89-B993-6BA8EACEA90A}" type="presParOf" srcId="{F1F3E5CF-31C8-4300-9D28-77289CDBA1A8}" destId="{CD2C0CAC-85A3-4E47-844F-29F1D5069A45}" srcOrd="6" destOrd="0" presId="urn:microsoft.com/office/officeart/2005/8/layout/process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052079-963D-4B3A-ACED-13EAB3D7D050}" type="doc">
      <dgm:prSet loTypeId="urn:microsoft.com/office/officeart/2005/8/layout/process2" loCatId="process" qsTypeId="urn:microsoft.com/office/officeart/2005/8/quickstyle/simple5" qsCatId="simple" csTypeId="urn:microsoft.com/office/officeart/2005/8/colors/accent3_2" csCatId="accent3" phldr="1"/>
      <dgm:spPr/>
      <dgm:t>
        <a:bodyPr/>
        <a:lstStyle/>
        <a:p>
          <a:endParaRPr lang="en-US"/>
        </a:p>
      </dgm:t>
    </dgm:pt>
    <dgm:pt modelId="{071F3BF8-7B77-4D4B-817B-50C13FFC3E85}">
      <dgm:prSet/>
      <dgm:spPr/>
      <dgm:t>
        <a:bodyPr/>
        <a:lstStyle/>
        <a:p>
          <a:r>
            <a:rPr lang="en-US" b="1" dirty="0"/>
            <a:t>Complete work tasks</a:t>
          </a:r>
        </a:p>
      </dgm:t>
    </dgm:pt>
    <dgm:pt modelId="{71B5B0F7-D01F-4BFC-9011-F3480EEC738F}" type="parTrans" cxnId="{BE2D87FA-596F-463E-A373-868E451220D2}">
      <dgm:prSet/>
      <dgm:spPr/>
      <dgm:t>
        <a:bodyPr/>
        <a:lstStyle/>
        <a:p>
          <a:endParaRPr lang="en-US"/>
        </a:p>
      </dgm:t>
    </dgm:pt>
    <dgm:pt modelId="{67CB06C9-A66C-44EF-8210-E3D1C6274F03}" type="sibTrans" cxnId="{BE2D87FA-596F-463E-A373-868E451220D2}">
      <dgm:prSet/>
      <dgm:spPr/>
      <dgm:t>
        <a:bodyPr/>
        <a:lstStyle/>
        <a:p>
          <a:endParaRPr lang="en-US"/>
        </a:p>
      </dgm:t>
    </dgm:pt>
    <dgm:pt modelId="{EF3E392C-DF1D-417F-9947-BB65676550A9}">
      <dgm:prSet/>
      <dgm:spPr/>
      <dgm:t>
        <a:bodyPr/>
        <a:lstStyle/>
        <a:p>
          <a:r>
            <a:rPr lang="en-US" b="1" dirty="0"/>
            <a:t>Have lunch</a:t>
          </a:r>
        </a:p>
      </dgm:t>
    </dgm:pt>
    <dgm:pt modelId="{3511F456-035D-46C7-97B9-2B621C69B73A}" type="parTrans" cxnId="{88FE9596-6AD7-4233-880A-F97B2C65E5BC}">
      <dgm:prSet/>
      <dgm:spPr/>
      <dgm:t>
        <a:bodyPr/>
        <a:lstStyle/>
        <a:p>
          <a:endParaRPr lang="en-US"/>
        </a:p>
      </dgm:t>
    </dgm:pt>
    <dgm:pt modelId="{7B0FE1FE-F7C3-42AC-8C1C-A4DED049F2A2}" type="sibTrans" cxnId="{88FE9596-6AD7-4233-880A-F97B2C65E5BC}">
      <dgm:prSet/>
      <dgm:spPr/>
      <dgm:t>
        <a:bodyPr/>
        <a:lstStyle/>
        <a:p>
          <a:endParaRPr lang="en-US"/>
        </a:p>
      </dgm:t>
    </dgm:pt>
    <dgm:pt modelId="{4EB005EE-A171-4AF9-9EC5-E885A4BF02CD}">
      <dgm:prSet/>
      <dgm:spPr/>
      <dgm:t>
        <a:bodyPr/>
        <a:lstStyle/>
        <a:p>
          <a:r>
            <a:rPr lang="en-US" b="1" dirty="0"/>
            <a:t>Leave work</a:t>
          </a:r>
        </a:p>
      </dgm:t>
    </dgm:pt>
    <dgm:pt modelId="{7885B2C8-45D2-4CA1-81CE-4F191F6D300C}" type="parTrans" cxnId="{807DE650-91BF-42D4-9D56-9532A7311649}">
      <dgm:prSet/>
      <dgm:spPr/>
      <dgm:t>
        <a:bodyPr/>
        <a:lstStyle/>
        <a:p>
          <a:endParaRPr lang="en-US"/>
        </a:p>
      </dgm:t>
    </dgm:pt>
    <dgm:pt modelId="{03358B06-8D04-4436-B270-6193FAE98134}" type="sibTrans" cxnId="{807DE650-91BF-42D4-9D56-9532A7311649}">
      <dgm:prSet/>
      <dgm:spPr/>
      <dgm:t>
        <a:bodyPr/>
        <a:lstStyle/>
        <a:p>
          <a:endParaRPr lang="en-US"/>
        </a:p>
      </dgm:t>
    </dgm:pt>
    <dgm:pt modelId="{0039EB0C-6FDF-4424-8F36-34519ABD2BED}">
      <dgm:prSet/>
      <dgm:spPr/>
      <dgm:t>
        <a:bodyPr/>
        <a:lstStyle/>
        <a:p>
          <a:r>
            <a:rPr lang="en-US" b="1" dirty="0"/>
            <a:t>Drive home</a:t>
          </a:r>
        </a:p>
      </dgm:t>
    </dgm:pt>
    <dgm:pt modelId="{F6C08B8D-A311-41A2-80DE-4CEF7905FA3B}" type="parTrans" cxnId="{880CE475-8D3A-4E45-9349-08E7F437B042}">
      <dgm:prSet/>
      <dgm:spPr/>
      <dgm:t>
        <a:bodyPr/>
        <a:lstStyle/>
        <a:p>
          <a:endParaRPr lang="en-US"/>
        </a:p>
      </dgm:t>
    </dgm:pt>
    <dgm:pt modelId="{453C7CF3-E889-4F71-A6B0-B6F3D6B43870}" type="sibTrans" cxnId="{880CE475-8D3A-4E45-9349-08E7F437B042}">
      <dgm:prSet/>
      <dgm:spPr/>
      <dgm:t>
        <a:bodyPr/>
        <a:lstStyle/>
        <a:p>
          <a:endParaRPr lang="en-US"/>
        </a:p>
      </dgm:t>
    </dgm:pt>
    <dgm:pt modelId="{6249829A-8E13-4B90-AD8F-F2100F9DD9B1}">
      <dgm:prSet/>
      <dgm:spPr/>
      <dgm:t>
        <a:bodyPr/>
        <a:lstStyle/>
        <a:p>
          <a:r>
            <a:rPr lang="en-US" b="1" dirty="0"/>
            <a:t>Unlock front door</a:t>
          </a:r>
        </a:p>
      </dgm:t>
    </dgm:pt>
    <dgm:pt modelId="{83215CB7-50E0-4EC3-91DB-26B5A9001567}" type="parTrans" cxnId="{0BB298A0-3D19-453B-80F6-A71443DFF716}">
      <dgm:prSet/>
      <dgm:spPr/>
      <dgm:t>
        <a:bodyPr/>
        <a:lstStyle/>
        <a:p>
          <a:endParaRPr lang="en-US"/>
        </a:p>
      </dgm:t>
    </dgm:pt>
    <dgm:pt modelId="{3C6AEA67-5045-4939-8F8A-40F9C2A262A2}" type="sibTrans" cxnId="{0BB298A0-3D19-453B-80F6-A71443DFF716}">
      <dgm:prSet/>
      <dgm:spPr/>
      <dgm:t>
        <a:bodyPr/>
        <a:lstStyle/>
        <a:p>
          <a:endParaRPr lang="en-US"/>
        </a:p>
      </dgm:t>
    </dgm:pt>
    <dgm:pt modelId="{F1F3E5CF-31C8-4300-9D28-77289CDBA1A8}" type="pres">
      <dgm:prSet presAssocID="{03052079-963D-4B3A-ACED-13EAB3D7D050}" presName="linearFlow" presStyleCnt="0">
        <dgm:presLayoutVars>
          <dgm:resizeHandles val="exact"/>
        </dgm:presLayoutVars>
      </dgm:prSet>
      <dgm:spPr/>
    </dgm:pt>
    <dgm:pt modelId="{B3461873-1D9D-4A36-B8E5-2E95C8566622}" type="pres">
      <dgm:prSet presAssocID="{071F3BF8-7B77-4D4B-817B-50C13FFC3E85}" presName="node" presStyleLbl="node1" presStyleIdx="0" presStyleCnt="5">
        <dgm:presLayoutVars>
          <dgm:bulletEnabled val="1"/>
        </dgm:presLayoutVars>
      </dgm:prSet>
      <dgm:spPr/>
    </dgm:pt>
    <dgm:pt modelId="{8CF8D104-8272-4AE1-9F1D-16E643A9EC70}" type="pres">
      <dgm:prSet presAssocID="{67CB06C9-A66C-44EF-8210-E3D1C6274F03}" presName="sibTrans" presStyleLbl="sibTrans2D1" presStyleIdx="0" presStyleCnt="4"/>
      <dgm:spPr/>
    </dgm:pt>
    <dgm:pt modelId="{F974644C-03E4-4CAB-B7AC-62BC7607BB05}" type="pres">
      <dgm:prSet presAssocID="{67CB06C9-A66C-44EF-8210-E3D1C6274F03}" presName="connectorText" presStyleLbl="sibTrans2D1" presStyleIdx="0" presStyleCnt="4"/>
      <dgm:spPr/>
    </dgm:pt>
    <dgm:pt modelId="{E1F2F958-3B73-49F2-B161-0C69174FD0B7}" type="pres">
      <dgm:prSet presAssocID="{EF3E392C-DF1D-417F-9947-BB65676550A9}" presName="node" presStyleLbl="node1" presStyleIdx="1" presStyleCnt="5">
        <dgm:presLayoutVars>
          <dgm:bulletEnabled val="1"/>
        </dgm:presLayoutVars>
      </dgm:prSet>
      <dgm:spPr/>
    </dgm:pt>
    <dgm:pt modelId="{49DCF604-A5EF-40AB-9005-FBFB8DBC98D2}" type="pres">
      <dgm:prSet presAssocID="{7B0FE1FE-F7C3-42AC-8C1C-A4DED049F2A2}" presName="sibTrans" presStyleLbl="sibTrans2D1" presStyleIdx="1" presStyleCnt="4"/>
      <dgm:spPr/>
    </dgm:pt>
    <dgm:pt modelId="{542EFE95-DAE6-465A-8B52-65D3ACF15ABA}" type="pres">
      <dgm:prSet presAssocID="{7B0FE1FE-F7C3-42AC-8C1C-A4DED049F2A2}" presName="connectorText" presStyleLbl="sibTrans2D1" presStyleIdx="1" presStyleCnt="4"/>
      <dgm:spPr/>
    </dgm:pt>
    <dgm:pt modelId="{B7668E9C-8B83-40B1-B29A-F8D5775B57D1}" type="pres">
      <dgm:prSet presAssocID="{4EB005EE-A171-4AF9-9EC5-E885A4BF02CD}" presName="node" presStyleLbl="node1" presStyleIdx="2" presStyleCnt="5">
        <dgm:presLayoutVars>
          <dgm:bulletEnabled val="1"/>
        </dgm:presLayoutVars>
      </dgm:prSet>
      <dgm:spPr/>
    </dgm:pt>
    <dgm:pt modelId="{70D0054C-75FC-41F9-8FF2-5A8612414A58}" type="pres">
      <dgm:prSet presAssocID="{03358B06-8D04-4436-B270-6193FAE98134}" presName="sibTrans" presStyleLbl="sibTrans2D1" presStyleIdx="2" presStyleCnt="4"/>
      <dgm:spPr/>
    </dgm:pt>
    <dgm:pt modelId="{1FAB9C26-8326-4F3F-B42D-AA2F550A7719}" type="pres">
      <dgm:prSet presAssocID="{03358B06-8D04-4436-B270-6193FAE98134}" presName="connectorText" presStyleLbl="sibTrans2D1" presStyleIdx="2" presStyleCnt="4"/>
      <dgm:spPr/>
    </dgm:pt>
    <dgm:pt modelId="{927B6DE4-AF9A-4289-A72E-06EBB4DF25A1}" type="pres">
      <dgm:prSet presAssocID="{0039EB0C-6FDF-4424-8F36-34519ABD2BED}" presName="node" presStyleLbl="node1" presStyleIdx="3" presStyleCnt="5">
        <dgm:presLayoutVars>
          <dgm:bulletEnabled val="1"/>
        </dgm:presLayoutVars>
      </dgm:prSet>
      <dgm:spPr/>
    </dgm:pt>
    <dgm:pt modelId="{CDF592E1-764D-4EA0-9E89-3DF409D18DA6}" type="pres">
      <dgm:prSet presAssocID="{453C7CF3-E889-4F71-A6B0-B6F3D6B43870}" presName="sibTrans" presStyleLbl="sibTrans2D1" presStyleIdx="3" presStyleCnt="4"/>
      <dgm:spPr/>
    </dgm:pt>
    <dgm:pt modelId="{2905325F-9F70-4040-AE96-D3888FADB4E9}" type="pres">
      <dgm:prSet presAssocID="{453C7CF3-E889-4F71-A6B0-B6F3D6B43870}" presName="connectorText" presStyleLbl="sibTrans2D1" presStyleIdx="3" presStyleCnt="4"/>
      <dgm:spPr/>
    </dgm:pt>
    <dgm:pt modelId="{E5B822D3-4F39-403C-BBE2-8166F08B9239}" type="pres">
      <dgm:prSet presAssocID="{6249829A-8E13-4B90-AD8F-F2100F9DD9B1}" presName="node" presStyleLbl="node1" presStyleIdx="4" presStyleCnt="5">
        <dgm:presLayoutVars>
          <dgm:bulletEnabled val="1"/>
        </dgm:presLayoutVars>
      </dgm:prSet>
      <dgm:spPr/>
    </dgm:pt>
  </dgm:ptLst>
  <dgm:cxnLst>
    <dgm:cxn modelId="{774E2300-1DFC-4213-B870-D4DED0769FE3}" type="presOf" srcId="{03052079-963D-4B3A-ACED-13EAB3D7D050}" destId="{F1F3E5CF-31C8-4300-9D28-77289CDBA1A8}" srcOrd="0" destOrd="0" presId="urn:microsoft.com/office/officeart/2005/8/layout/process2"/>
    <dgm:cxn modelId="{CCAF1E15-33B3-419E-B7D8-41D86C03AEE7}" type="presOf" srcId="{7B0FE1FE-F7C3-42AC-8C1C-A4DED049F2A2}" destId="{542EFE95-DAE6-465A-8B52-65D3ACF15ABA}" srcOrd="1" destOrd="0" presId="urn:microsoft.com/office/officeart/2005/8/layout/process2"/>
    <dgm:cxn modelId="{377DCB2D-FBDF-420E-A5A7-4F9B09DBE311}" type="presOf" srcId="{6249829A-8E13-4B90-AD8F-F2100F9DD9B1}" destId="{E5B822D3-4F39-403C-BBE2-8166F08B9239}" srcOrd="0" destOrd="0" presId="urn:microsoft.com/office/officeart/2005/8/layout/process2"/>
    <dgm:cxn modelId="{747E0834-6D85-4296-AA01-B4D4A9CE38B6}" type="presOf" srcId="{7B0FE1FE-F7C3-42AC-8C1C-A4DED049F2A2}" destId="{49DCF604-A5EF-40AB-9005-FBFB8DBC98D2}" srcOrd="0" destOrd="0" presId="urn:microsoft.com/office/officeart/2005/8/layout/process2"/>
    <dgm:cxn modelId="{DD107037-63DA-4267-892E-D0F3A0B90783}" type="presOf" srcId="{0039EB0C-6FDF-4424-8F36-34519ABD2BED}" destId="{927B6DE4-AF9A-4289-A72E-06EBB4DF25A1}" srcOrd="0" destOrd="0" presId="urn:microsoft.com/office/officeart/2005/8/layout/process2"/>
    <dgm:cxn modelId="{81B19561-A030-4DD9-8F24-8353067F0943}" type="presOf" srcId="{67CB06C9-A66C-44EF-8210-E3D1C6274F03}" destId="{8CF8D104-8272-4AE1-9F1D-16E643A9EC70}" srcOrd="0" destOrd="0" presId="urn:microsoft.com/office/officeart/2005/8/layout/process2"/>
    <dgm:cxn modelId="{E98D424A-24AB-47D6-8842-A03F13D6AA03}" type="presOf" srcId="{67CB06C9-A66C-44EF-8210-E3D1C6274F03}" destId="{F974644C-03E4-4CAB-B7AC-62BC7607BB05}" srcOrd="1" destOrd="0" presId="urn:microsoft.com/office/officeart/2005/8/layout/process2"/>
    <dgm:cxn modelId="{807DE650-91BF-42D4-9D56-9532A7311649}" srcId="{03052079-963D-4B3A-ACED-13EAB3D7D050}" destId="{4EB005EE-A171-4AF9-9EC5-E885A4BF02CD}" srcOrd="2" destOrd="0" parTransId="{7885B2C8-45D2-4CA1-81CE-4F191F6D300C}" sibTransId="{03358B06-8D04-4436-B270-6193FAE98134}"/>
    <dgm:cxn modelId="{90BBDF72-6ADE-4285-B606-DF885A6480BE}" type="presOf" srcId="{4EB005EE-A171-4AF9-9EC5-E885A4BF02CD}" destId="{B7668E9C-8B83-40B1-B29A-F8D5775B57D1}" srcOrd="0" destOrd="0" presId="urn:microsoft.com/office/officeart/2005/8/layout/process2"/>
    <dgm:cxn modelId="{1DAD9653-5A69-42E1-9657-72AC2CCD097F}" type="presOf" srcId="{453C7CF3-E889-4F71-A6B0-B6F3D6B43870}" destId="{2905325F-9F70-4040-AE96-D3888FADB4E9}" srcOrd="1" destOrd="0" presId="urn:microsoft.com/office/officeart/2005/8/layout/process2"/>
    <dgm:cxn modelId="{880CE475-8D3A-4E45-9349-08E7F437B042}" srcId="{03052079-963D-4B3A-ACED-13EAB3D7D050}" destId="{0039EB0C-6FDF-4424-8F36-34519ABD2BED}" srcOrd="3" destOrd="0" parTransId="{F6C08B8D-A311-41A2-80DE-4CEF7905FA3B}" sibTransId="{453C7CF3-E889-4F71-A6B0-B6F3D6B43870}"/>
    <dgm:cxn modelId="{EE9D2257-316F-4702-9E0D-A33FB08106D1}" type="presOf" srcId="{03358B06-8D04-4436-B270-6193FAE98134}" destId="{70D0054C-75FC-41F9-8FF2-5A8612414A58}" srcOrd="0" destOrd="0" presId="urn:microsoft.com/office/officeart/2005/8/layout/process2"/>
    <dgm:cxn modelId="{67B6EA87-0DAC-45B8-ABAE-2275B7EBB4C9}" type="presOf" srcId="{453C7CF3-E889-4F71-A6B0-B6F3D6B43870}" destId="{CDF592E1-764D-4EA0-9E89-3DF409D18DA6}" srcOrd="0" destOrd="0" presId="urn:microsoft.com/office/officeart/2005/8/layout/process2"/>
    <dgm:cxn modelId="{88FE9596-6AD7-4233-880A-F97B2C65E5BC}" srcId="{03052079-963D-4B3A-ACED-13EAB3D7D050}" destId="{EF3E392C-DF1D-417F-9947-BB65676550A9}" srcOrd="1" destOrd="0" parTransId="{3511F456-035D-46C7-97B9-2B621C69B73A}" sibTransId="{7B0FE1FE-F7C3-42AC-8C1C-A4DED049F2A2}"/>
    <dgm:cxn modelId="{0BB298A0-3D19-453B-80F6-A71443DFF716}" srcId="{03052079-963D-4B3A-ACED-13EAB3D7D050}" destId="{6249829A-8E13-4B90-AD8F-F2100F9DD9B1}" srcOrd="4" destOrd="0" parTransId="{83215CB7-50E0-4EC3-91DB-26B5A9001567}" sibTransId="{3C6AEA67-5045-4939-8F8A-40F9C2A262A2}"/>
    <dgm:cxn modelId="{BCBF2CC0-96E5-4921-9A9E-B1CB32302D08}" type="presOf" srcId="{071F3BF8-7B77-4D4B-817B-50C13FFC3E85}" destId="{B3461873-1D9D-4A36-B8E5-2E95C8566622}" srcOrd="0" destOrd="0" presId="urn:microsoft.com/office/officeart/2005/8/layout/process2"/>
    <dgm:cxn modelId="{41B952C4-9B38-4CC1-BFFD-C7E415ED1A6C}" type="presOf" srcId="{03358B06-8D04-4436-B270-6193FAE98134}" destId="{1FAB9C26-8326-4F3F-B42D-AA2F550A7719}" srcOrd="1" destOrd="0" presId="urn:microsoft.com/office/officeart/2005/8/layout/process2"/>
    <dgm:cxn modelId="{DE3918CD-AE1B-49B8-925B-608DB99915F2}" type="presOf" srcId="{EF3E392C-DF1D-417F-9947-BB65676550A9}" destId="{E1F2F958-3B73-49F2-B161-0C69174FD0B7}" srcOrd="0" destOrd="0" presId="urn:microsoft.com/office/officeart/2005/8/layout/process2"/>
    <dgm:cxn modelId="{BE2D87FA-596F-463E-A373-868E451220D2}" srcId="{03052079-963D-4B3A-ACED-13EAB3D7D050}" destId="{071F3BF8-7B77-4D4B-817B-50C13FFC3E85}" srcOrd="0" destOrd="0" parTransId="{71B5B0F7-D01F-4BFC-9011-F3480EEC738F}" sibTransId="{67CB06C9-A66C-44EF-8210-E3D1C6274F03}"/>
    <dgm:cxn modelId="{A0F453DB-C6A3-4B3F-B0A1-2534949852F0}" type="presParOf" srcId="{F1F3E5CF-31C8-4300-9D28-77289CDBA1A8}" destId="{B3461873-1D9D-4A36-B8E5-2E95C8566622}" srcOrd="0" destOrd="0" presId="urn:microsoft.com/office/officeart/2005/8/layout/process2"/>
    <dgm:cxn modelId="{27D5E279-4335-4613-BA8D-128136246930}" type="presParOf" srcId="{F1F3E5CF-31C8-4300-9D28-77289CDBA1A8}" destId="{8CF8D104-8272-4AE1-9F1D-16E643A9EC70}" srcOrd="1" destOrd="0" presId="urn:microsoft.com/office/officeart/2005/8/layout/process2"/>
    <dgm:cxn modelId="{4D9DF2A0-A42E-4C61-8DCA-36FC07A37EAF}" type="presParOf" srcId="{8CF8D104-8272-4AE1-9F1D-16E643A9EC70}" destId="{F974644C-03E4-4CAB-B7AC-62BC7607BB05}" srcOrd="0" destOrd="0" presId="urn:microsoft.com/office/officeart/2005/8/layout/process2"/>
    <dgm:cxn modelId="{89C42E89-B69E-4ECF-8B32-D5EE958BF678}" type="presParOf" srcId="{F1F3E5CF-31C8-4300-9D28-77289CDBA1A8}" destId="{E1F2F958-3B73-49F2-B161-0C69174FD0B7}" srcOrd="2" destOrd="0" presId="urn:microsoft.com/office/officeart/2005/8/layout/process2"/>
    <dgm:cxn modelId="{C645C7AE-B352-4C31-B43C-8EA07F6CF457}" type="presParOf" srcId="{F1F3E5CF-31C8-4300-9D28-77289CDBA1A8}" destId="{49DCF604-A5EF-40AB-9005-FBFB8DBC98D2}" srcOrd="3" destOrd="0" presId="urn:microsoft.com/office/officeart/2005/8/layout/process2"/>
    <dgm:cxn modelId="{FE389D08-9305-4A74-AEDE-5E336FDD54AF}" type="presParOf" srcId="{49DCF604-A5EF-40AB-9005-FBFB8DBC98D2}" destId="{542EFE95-DAE6-465A-8B52-65D3ACF15ABA}" srcOrd="0" destOrd="0" presId="urn:microsoft.com/office/officeart/2005/8/layout/process2"/>
    <dgm:cxn modelId="{F9217ABB-5C35-4243-B3B6-6A71BE4D1515}" type="presParOf" srcId="{F1F3E5CF-31C8-4300-9D28-77289CDBA1A8}" destId="{B7668E9C-8B83-40B1-B29A-F8D5775B57D1}" srcOrd="4" destOrd="0" presId="urn:microsoft.com/office/officeart/2005/8/layout/process2"/>
    <dgm:cxn modelId="{F9F7C34D-1205-44A7-92D9-CC5DE92D8734}" type="presParOf" srcId="{F1F3E5CF-31C8-4300-9D28-77289CDBA1A8}" destId="{70D0054C-75FC-41F9-8FF2-5A8612414A58}" srcOrd="5" destOrd="0" presId="urn:microsoft.com/office/officeart/2005/8/layout/process2"/>
    <dgm:cxn modelId="{ED38B525-2516-4369-801D-041286ED03D6}" type="presParOf" srcId="{70D0054C-75FC-41F9-8FF2-5A8612414A58}" destId="{1FAB9C26-8326-4F3F-B42D-AA2F550A7719}" srcOrd="0" destOrd="0" presId="urn:microsoft.com/office/officeart/2005/8/layout/process2"/>
    <dgm:cxn modelId="{3055A6BD-2E67-4465-A241-CE838697089B}" type="presParOf" srcId="{F1F3E5CF-31C8-4300-9D28-77289CDBA1A8}" destId="{927B6DE4-AF9A-4289-A72E-06EBB4DF25A1}" srcOrd="6" destOrd="0" presId="urn:microsoft.com/office/officeart/2005/8/layout/process2"/>
    <dgm:cxn modelId="{838D06C5-527D-486F-B0F3-F06DD660F2E3}" type="presParOf" srcId="{F1F3E5CF-31C8-4300-9D28-77289CDBA1A8}" destId="{CDF592E1-764D-4EA0-9E89-3DF409D18DA6}" srcOrd="7" destOrd="0" presId="urn:microsoft.com/office/officeart/2005/8/layout/process2"/>
    <dgm:cxn modelId="{F71A3D9E-70D5-473B-B70B-00EBA40F5633}" type="presParOf" srcId="{CDF592E1-764D-4EA0-9E89-3DF409D18DA6}" destId="{2905325F-9F70-4040-AE96-D3888FADB4E9}" srcOrd="0" destOrd="0" presId="urn:microsoft.com/office/officeart/2005/8/layout/process2"/>
    <dgm:cxn modelId="{535170C1-0A45-4019-A3E1-0CD539AE748B}" type="presParOf" srcId="{F1F3E5CF-31C8-4300-9D28-77289CDBA1A8}" destId="{E5B822D3-4F39-403C-BBE2-8166F08B9239}" srcOrd="8" destOrd="0" presId="urn:microsoft.com/office/officeart/2005/8/layout/process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3052079-963D-4B3A-ACED-13EAB3D7D050}" type="doc">
      <dgm:prSet loTypeId="urn:microsoft.com/office/officeart/2005/8/layout/process2" loCatId="process" qsTypeId="urn:microsoft.com/office/officeart/2005/8/quickstyle/simple5" qsCatId="simple" csTypeId="urn:microsoft.com/office/officeart/2005/8/colors/accent3_2" csCatId="accent3" phldr="1"/>
      <dgm:spPr/>
      <dgm:t>
        <a:bodyPr/>
        <a:lstStyle/>
        <a:p>
          <a:endParaRPr lang="en-US"/>
        </a:p>
      </dgm:t>
    </dgm:pt>
    <dgm:pt modelId="{071F3BF8-7B77-4D4B-817B-50C13FFC3E85}">
      <dgm:prSet/>
      <dgm:spPr/>
      <dgm:t>
        <a:bodyPr/>
        <a:lstStyle/>
        <a:p>
          <a:r>
            <a:rPr lang="en-US" b="1" dirty="0"/>
            <a:t>Start computer</a:t>
          </a:r>
        </a:p>
      </dgm:t>
    </dgm:pt>
    <dgm:pt modelId="{71B5B0F7-D01F-4BFC-9011-F3480EEC738F}" type="parTrans" cxnId="{BE2D87FA-596F-463E-A373-868E451220D2}">
      <dgm:prSet/>
      <dgm:spPr/>
      <dgm:t>
        <a:bodyPr/>
        <a:lstStyle/>
        <a:p>
          <a:endParaRPr lang="en-US"/>
        </a:p>
      </dgm:t>
    </dgm:pt>
    <dgm:pt modelId="{67CB06C9-A66C-44EF-8210-E3D1C6274F03}" type="sibTrans" cxnId="{BE2D87FA-596F-463E-A373-868E451220D2}">
      <dgm:prSet/>
      <dgm:spPr/>
      <dgm:t>
        <a:bodyPr/>
        <a:lstStyle/>
        <a:p>
          <a:endParaRPr lang="en-US"/>
        </a:p>
      </dgm:t>
    </dgm:pt>
    <dgm:pt modelId="{4015CBB8-081B-48CD-9BCD-CF61B0137644}">
      <dgm:prSet/>
      <dgm:spPr/>
      <dgm:t>
        <a:bodyPr/>
        <a:lstStyle/>
        <a:p>
          <a:r>
            <a:rPr lang="en-US" b="1" dirty="0"/>
            <a:t>Check homework</a:t>
          </a:r>
        </a:p>
      </dgm:t>
    </dgm:pt>
    <dgm:pt modelId="{381BFDC5-EAFE-4E80-953A-E7D6DA28CBC0}" type="parTrans" cxnId="{BBABD25A-DDC2-46C5-B60B-90BD6459D0D0}">
      <dgm:prSet/>
      <dgm:spPr/>
      <dgm:t>
        <a:bodyPr/>
        <a:lstStyle/>
        <a:p>
          <a:endParaRPr lang="en-US"/>
        </a:p>
      </dgm:t>
    </dgm:pt>
    <dgm:pt modelId="{82843AA3-9119-4372-97D1-729E697A6C47}" type="sibTrans" cxnId="{BBABD25A-DDC2-46C5-B60B-90BD6459D0D0}">
      <dgm:prSet/>
      <dgm:spPr/>
      <dgm:t>
        <a:bodyPr/>
        <a:lstStyle/>
        <a:p>
          <a:endParaRPr lang="en-US"/>
        </a:p>
      </dgm:t>
    </dgm:pt>
    <dgm:pt modelId="{E161A2AC-3292-47CD-87F6-B9B3B86E5C82}">
      <dgm:prSet/>
      <dgm:spPr/>
      <dgm:t>
        <a:bodyPr/>
        <a:lstStyle/>
        <a:p>
          <a:r>
            <a:rPr lang="en-US" b="1" dirty="0"/>
            <a:t>Do part of homework</a:t>
          </a:r>
        </a:p>
      </dgm:t>
    </dgm:pt>
    <dgm:pt modelId="{3CB2ACD7-435A-43CF-8ADF-2B17DF80047C}" type="parTrans" cxnId="{A0BBFCB7-1B7F-4079-9D22-48C5705FCAAD}">
      <dgm:prSet/>
      <dgm:spPr/>
      <dgm:t>
        <a:bodyPr/>
        <a:lstStyle/>
        <a:p>
          <a:endParaRPr lang="en-US"/>
        </a:p>
      </dgm:t>
    </dgm:pt>
    <dgm:pt modelId="{B1FBADD0-CD98-4B53-861F-9BCE4E7B3523}" type="sibTrans" cxnId="{A0BBFCB7-1B7F-4079-9D22-48C5705FCAAD}">
      <dgm:prSet/>
      <dgm:spPr/>
      <dgm:t>
        <a:bodyPr/>
        <a:lstStyle/>
        <a:p>
          <a:endParaRPr lang="en-US"/>
        </a:p>
      </dgm:t>
    </dgm:pt>
    <dgm:pt modelId="{00DCBAA6-2EF1-4FFF-A62C-BC498B1F896B}">
      <dgm:prSet/>
      <dgm:spPr/>
      <dgm:t>
        <a:bodyPr/>
        <a:lstStyle/>
        <a:p>
          <a:r>
            <a:rPr lang="en-US" b="1" dirty="0"/>
            <a:t>Turn In homework</a:t>
          </a:r>
        </a:p>
      </dgm:t>
    </dgm:pt>
    <dgm:pt modelId="{DC5D6310-8959-4E56-BD48-7562BC20B1A2}" type="parTrans" cxnId="{B131CCE4-B55D-4C11-A978-4325DE3CA9AF}">
      <dgm:prSet/>
      <dgm:spPr/>
      <dgm:t>
        <a:bodyPr/>
        <a:lstStyle/>
        <a:p>
          <a:endParaRPr lang="en-US"/>
        </a:p>
      </dgm:t>
    </dgm:pt>
    <dgm:pt modelId="{4289D77F-E433-4A26-8010-6AA7A3F70CE1}" type="sibTrans" cxnId="{B131CCE4-B55D-4C11-A978-4325DE3CA9AF}">
      <dgm:prSet/>
      <dgm:spPr/>
      <dgm:t>
        <a:bodyPr/>
        <a:lstStyle/>
        <a:p>
          <a:endParaRPr lang="en-US"/>
        </a:p>
      </dgm:t>
    </dgm:pt>
    <dgm:pt modelId="{F1F3E5CF-31C8-4300-9D28-77289CDBA1A8}" type="pres">
      <dgm:prSet presAssocID="{03052079-963D-4B3A-ACED-13EAB3D7D050}" presName="linearFlow" presStyleCnt="0">
        <dgm:presLayoutVars>
          <dgm:resizeHandles val="exact"/>
        </dgm:presLayoutVars>
      </dgm:prSet>
      <dgm:spPr/>
    </dgm:pt>
    <dgm:pt modelId="{B3461873-1D9D-4A36-B8E5-2E95C8566622}" type="pres">
      <dgm:prSet presAssocID="{071F3BF8-7B77-4D4B-817B-50C13FFC3E85}" presName="node" presStyleLbl="node1" presStyleIdx="0" presStyleCnt="4">
        <dgm:presLayoutVars>
          <dgm:bulletEnabled val="1"/>
        </dgm:presLayoutVars>
      </dgm:prSet>
      <dgm:spPr/>
    </dgm:pt>
    <dgm:pt modelId="{8CF8D104-8272-4AE1-9F1D-16E643A9EC70}" type="pres">
      <dgm:prSet presAssocID="{67CB06C9-A66C-44EF-8210-E3D1C6274F03}" presName="sibTrans" presStyleLbl="sibTrans2D1" presStyleIdx="0" presStyleCnt="3"/>
      <dgm:spPr/>
    </dgm:pt>
    <dgm:pt modelId="{F974644C-03E4-4CAB-B7AC-62BC7607BB05}" type="pres">
      <dgm:prSet presAssocID="{67CB06C9-A66C-44EF-8210-E3D1C6274F03}" presName="connectorText" presStyleLbl="sibTrans2D1" presStyleIdx="0" presStyleCnt="3"/>
      <dgm:spPr/>
    </dgm:pt>
    <dgm:pt modelId="{1CBFBAA8-D893-49CA-B5E6-5F412320AC5C}" type="pres">
      <dgm:prSet presAssocID="{4015CBB8-081B-48CD-9BCD-CF61B0137644}" presName="node" presStyleLbl="node1" presStyleIdx="1" presStyleCnt="4">
        <dgm:presLayoutVars>
          <dgm:bulletEnabled val="1"/>
        </dgm:presLayoutVars>
      </dgm:prSet>
      <dgm:spPr/>
    </dgm:pt>
    <dgm:pt modelId="{BB2247AB-2978-43E8-A064-9E5EBB554F9E}" type="pres">
      <dgm:prSet presAssocID="{82843AA3-9119-4372-97D1-729E697A6C47}" presName="sibTrans" presStyleLbl="sibTrans2D1" presStyleIdx="1" presStyleCnt="3"/>
      <dgm:spPr/>
    </dgm:pt>
    <dgm:pt modelId="{A383BE82-F050-477E-887E-9F9E8E9C86D0}" type="pres">
      <dgm:prSet presAssocID="{82843AA3-9119-4372-97D1-729E697A6C47}" presName="connectorText" presStyleLbl="sibTrans2D1" presStyleIdx="1" presStyleCnt="3"/>
      <dgm:spPr/>
    </dgm:pt>
    <dgm:pt modelId="{15830253-3A4B-4C38-BC9B-8D2CE842047C}" type="pres">
      <dgm:prSet presAssocID="{E161A2AC-3292-47CD-87F6-B9B3B86E5C82}" presName="node" presStyleLbl="node1" presStyleIdx="2" presStyleCnt="4">
        <dgm:presLayoutVars>
          <dgm:bulletEnabled val="1"/>
        </dgm:presLayoutVars>
      </dgm:prSet>
      <dgm:spPr/>
    </dgm:pt>
    <dgm:pt modelId="{761DE763-7A83-46C1-801B-07B7AD338551}" type="pres">
      <dgm:prSet presAssocID="{B1FBADD0-CD98-4B53-861F-9BCE4E7B3523}" presName="sibTrans" presStyleLbl="sibTrans2D1" presStyleIdx="2" presStyleCnt="3"/>
      <dgm:spPr/>
    </dgm:pt>
    <dgm:pt modelId="{AE04640B-D859-441D-A4DC-2DB6C1DD6649}" type="pres">
      <dgm:prSet presAssocID="{B1FBADD0-CD98-4B53-861F-9BCE4E7B3523}" presName="connectorText" presStyleLbl="sibTrans2D1" presStyleIdx="2" presStyleCnt="3"/>
      <dgm:spPr/>
    </dgm:pt>
    <dgm:pt modelId="{9C8C5E1F-1EF4-464F-82ED-D9CD82CE38D1}" type="pres">
      <dgm:prSet presAssocID="{00DCBAA6-2EF1-4FFF-A62C-BC498B1F896B}" presName="node" presStyleLbl="node1" presStyleIdx="3" presStyleCnt="4">
        <dgm:presLayoutVars>
          <dgm:bulletEnabled val="1"/>
        </dgm:presLayoutVars>
      </dgm:prSet>
      <dgm:spPr/>
    </dgm:pt>
  </dgm:ptLst>
  <dgm:cxnLst>
    <dgm:cxn modelId="{774E2300-1DFC-4213-B870-D4DED0769FE3}" type="presOf" srcId="{03052079-963D-4B3A-ACED-13EAB3D7D050}" destId="{F1F3E5CF-31C8-4300-9D28-77289CDBA1A8}" srcOrd="0" destOrd="0" presId="urn:microsoft.com/office/officeart/2005/8/layout/process2"/>
    <dgm:cxn modelId="{6220D217-51C3-46BE-8EC7-61AB85E8E421}" type="presOf" srcId="{82843AA3-9119-4372-97D1-729E697A6C47}" destId="{BB2247AB-2978-43E8-A064-9E5EBB554F9E}" srcOrd="0" destOrd="0" presId="urn:microsoft.com/office/officeart/2005/8/layout/process2"/>
    <dgm:cxn modelId="{81B19561-A030-4DD9-8F24-8353067F0943}" type="presOf" srcId="{67CB06C9-A66C-44EF-8210-E3D1C6274F03}" destId="{8CF8D104-8272-4AE1-9F1D-16E643A9EC70}" srcOrd="0" destOrd="0" presId="urn:microsoft.com/office/officeart/2005/8/layout/process2"/>
    <dgm:cxn modelId="{E98D424A-24AB-47D6-8842-A03F13D6AA03}" type="presOf" srcId="{67CB06C9-A66C-44EF-8210-E3D1C6274F03}" destId="{F974644C-03E4-4CAB-B7AC-62BC7607BB05}" srcOrd="1" destOrd="0" presId="urn:microsoft.com/office/officeart/2005/8/layout/process2"/>
    <dgm:cxn modelId="{BBABD25A-DDC2-46C5-B60B-90BD6459D0D0}" srcId="{03052079-963D-4B3A-ACED-13EAB3D7D050}" destId="{4015CBB8-081B-48CD-9BCD-CF61B0137644}" srcOrd="1" destOrd="0" parTransId="{381BFDC5-EAFE-4E80-953A-E7D6DA28CBC0}" sibTransId="{82843AA3-9119-4372-97D1-729E697A6C47}"/>
    <dgm:cxn modelId="{93170B7D-52C1-4593-90A1-6168D06AFBBC}" type="presOf" srcId="{00DCBAA6-2EF1-4FFF-A62C-BC498B1F896B}" destId="{9C8C5E1F-1EF4-464F-82ED-D9CD82CE38D1}" srcOrd="0" destOrd="0" presId="urn:microsoft.com/office/officeart/2005/8/layout/process2"/>
    <dgm:cxn modelId="{76D4F889-9A2A-4DBA-8284-98F0AD96F21E}" type="presOf" srcId="{82843AA3-9119-4372-97D1-729E697A6C47}" destId="{A383BE82-F050-477E-887E-9F9E8E9C86D0}" srcOrd="1" destOrd="0" presId="urn:microsoft.com/office/officeart/2005/8/layout/process2"/>
    <dgm:cxn modelId="{892F159D-69DF-436D-B7F5-0D61B8CDF657}" type="presOf" srcId="{B1FBADD0-CD98-4B53-861F-9BCE4E7B3523}" destId="{761DE763-7A83-46C1-801B-07B7AD338551}" srcOrd="0" destOrd="0" presId="urn:microsoft.com/office/officeart/2005/8/layout/process2"/>
    <dgm:cxn modelId="{A0BBFCB7-1B7F-4079-9D22-48C5705FCAAD}" srcId="{03052079-963D-4B3A-ACED-13EAB3D7D050}" destId="{E161A2AC-3292-47CD-87F6-B9B3B86E5C82}" srcOrd="2" destOrd="0" parTransId="{3CB2ACD7-435A-43CF-8ADF-2B17DF80047C}" sibTransId="{B1FBADD0-CD98-4B53-861F-9BCE4E7B3523}"/>
    <dgm:cxn modelId="{BCBF2CC0-96E5-4921-9A9E-B1CB32302D08}" type="presOf" srcId="{071F3BF8-7B77-4D4B-817B-50C13FFC3E85}" destId="{B3461873-1D9D-4A36-B8E5-2E95C8566622}" srcOrd="0" destOrd="0" presId="urn:microsoft.com/office/officeart/2005/8/layout/process2"/>
    <dgm:cxn modelId="{B131CCE4-B55D-4C11-A978-4325DE3CA9AF}" srcId="{03052079-963D-4B3A-ACED-13EAB3D7D050}" destId="{00DCBAA6-2EF1-4FFF-A62C-BC498B1F896B}" srcOrd="3" destOrd="0" parTransId="{DC5D6310-8959-4E56-BD48-7562BC20B1A2}" sibTransId="{4289D77F-E433-4A26-8010-6AA7A3F70CE1}"/>
    <dgm:cxn modelId="{352FD6F1-A07D-4991-9741-4CBDE69BE9EE}" type="presOf" srcId="{E161A2AC-3292-47CD-87F6-B9B3B86E5C82}" destId="{15830253-3A4B-4C38-BC9B-8D2CE842047C}" srcOrd="0" destOrd="0" presId="urn:microsoft.com/office/officeart/2005/8/layout/process2"/>
    <dgm:cxn modelId="{BB7645F8-F670-47E7-B3A6-27941C51FDF0}" type="presOf" srcId="{B1FBADD0-CD98-4B53-861F-9BCE4E7B3523}" destId="{AE04640B-D859-441D-A4DC-2DB6C1DD6649}" srcOrd="1" destOrd="0" presId="urn:microsoft.com/office/officeart/2005/8/layout/process2"/>
    <dgm:cxn modelId="{19984DF8-5BA0-46C3-B273-A30943312083}" type="presOf" srcId="{4015CBB8-081B-48CD-9BCD-CF61B0137644}" destId="{1CBFBAA8-D893-49CA-B5E6-5F412320AC5C}" srcOrd="0" destOrd="0" presId="urn:microsoft.com/office/officeart/2005/8/layout/process2"/>
    <dgm:cxn modelId="{BE2D87FA-596F-463E-A373-868E451220D2}" srcId="{03052079-963D-4B3A-ACED-13EAB3D7D050}" destId="{071F3BF8-7B77-4D4B-817B-50C13FFC3E85}" srcOrd="0" destOrd="0" parTransId="{71B5B0F7-D01F-4BFC-9011-F3480EEC738F}" sibTransId="{67CB06C9-A66C-44EF-8210-E3D1C6274F03}"/>
    <dgm:cxn modelId="{A0F453DB-C6A3-4B3F-B0A1-2534949852F0}" type="presParOf" srcId="{F1F3E5CF-31C8-4300-9D28-77289CDBA1A8}" destId="{B3461873-1D9D-4A36-B8E5-2E95C8566622}" srcOrd="0" destOrd="0" presId="urn:microsoft.com/office/officeart/2005/8/layout/process2"/>
    <dgm:cxn modelId="{27D5E279-4335-4613-BA8D-128136246930}" type="presParOf" srcId="{F1F3E5CF-31C8-4300-9D28-77289CDBA1A8}" destId="{8CF8D104-8272-4AE1-9F1D-16E643A9EC70}" srcOrd="1" destOrd="0" presId="urn:microsoft.com/office/officeart/2005/8/layout/process2"/>
    <dgm:cxn modelId="{4D9DF2A0-A42E-4C61-8DCA-36FC07A37EAF}" type="presParOf" srcId="{8CF8D104-8272-4AE1-9F1D-16E643A9EC70}" destId="{F974644C-03E4-4CAB-B7AC-62BC7607BB05}" srcOrd="0" destOrd="0" presId="urn:microsoft.com/office/officeart/2005/8/layout/process2"/>
    <dgm:cxn modelId="{C243D723-E63F-4FEE-AA7F-F25B522682BB}" type="presParOf" srcId="{F1F3E5CF-31C8-4300-9D28-77289CDBA1A8}" destId="{1CBFBAA8-D893-49CA-B5E6-5F412320AC5C}" srcOrd="2" destOrd="0" presId="urn:microsoft.com/office/officeart/2005/8/layout/process2"/>
    <dgm:cxn modelId="{8F6B12D1-9162-4649-9189-DD5CDADA8308}" type="presParOf" srcId="{F1F3E5CF-31C8-4300-9D28-77289CDBA1A8}" destId="{BB2247AB-2978-43E8-A064-9E5EBB554F9E}" srcOrd="3" destOrd="0" presId="urn:microsoft.com/office/officeart/2005/8/layout/process2"/>
    <dgm:cxn modelId="{C8DCC4ED-530F-4E03-8202-35CD41B7BD30}" type="presParOf" srcId="{BB2247AB-2978-43E8-A064-9E5EBB554F9E}" destId="{A383BE82-F050-477E-887E-9F9E8E9C86D0}" srcOrd="0" destOrd="0" presId="urn:microsoft.com/office/officeart/2005/8/layout/process2"/>
    <dgm:cxn modelId="{27CBE070-9B22-4351-9730-C8D1108C5159}" type="presParOf" srcId="{F1F3E5CF-31C8-4300-9D28-77289CDBA1A8}" destId="{15830253-3A4B-4C38-BC9B-8D2CE842047C}" srcOrd="4" destOrd="0" presId="urn:microsoft.com/office/officeart/2005/8/layout/process2"/>
    <dgm:cxn modelId="{0E21A5C2-BB6D-4FC5-AAEA-2753FE65EB67}" type="presParOf" srcId="{F1F3E5CF-31C8-4300-9D28-77289CDBA1A8}" destId="{761DE763-7A83-46C1-801B-07B7AD338551}" srcOrd="5" destOrd="0" presId="urn:microsoft.com/office/officeart/2005/8/layout/process2"/>
    <dgm:cxn modelId="{F62535CE-25A2-4D8B-9DAE-7AE811299E6D}" type="presParOf" srcId="{761DE763-7A83-46C1-801B-07B7AD338551}" destId="{AE04640B-D859-441D-A4DC-2DB6C1DD6649}" srcOrd="0" destOrd="0" presId="urn:microsoft.com/office/officeart/2005/8/layout/process2"/>
    <dgm:cxn modelId="{5CDC4403-C7FC-49BC-BB13-2782D5B9A2B9}" type="presParOf" srcId="{F1F3E5CF-31C8-4300-9D28-77289CDBA1A8}" destId="{9C8C5E1F-1EF4-464F-82ED-D9CD82CE38D1}" srcOrd="6" destOrd="0" presId="urn:microsoft.com/office/officeart/2005/8/layout/process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3052079-963D-4B3A-ACED-13EAB3D7D050}" type="doc">
      <dgm:prSet loTypeId="urn:microsoft.com/office/officeart/2005/8/layout/process2" loCatId="process" qsTypeId="urn:microsoft.com/office/officeart/2005/8/quickstyle/simple5" qsCatId="simple" csTypeId="urn:microsoft.com/office/officeart/2005/8/colors/accent3_2" csCatId="accent3" phldr="1"/>
      <dgm:spPr/>
      <dgm:t>
        <a:bodyPr/>
        <a:lstStyle/>
        <a:p>
          <a:endParaRPr lang="en-US"/>
        </a:p>
      </dgm:t>
    </dgm:pt>
    <dgm:pt modelId="{071F3BF8-7B77-4D4B-817B-50C13FFC3E85}">
      <dgm:prSet/>
      <dgm:spPr/>
      <dgm:t>
        <a:bodyPr/>
        <a:lstStyle/>
        <a:p>
          <a:r>
            <a:rPr lang="en-US" b="1" dirty="0"/>
            <a:t>Play games</a:t>
          </a:r>
        </a:p>
      </dgm:t>
    </dgm:pt>
    <dgm:pt modelId="{71B5B0F7-D01F-4BFC-9011-F3480EEC738F}" type="parTrans" cxnId="{BE2D87FA-596F-463E-A373-868E451220D2}">
      <dgm:prSet/>
      <dgm:spPr/>
      <dgm:t>
        <a:bodyPr/>
        <a:lstStyle/>
        <a:p>
          <a:endParaRPr lang="en-US"/>
        </a:p>
      </dgm:t>
    </dgm:pt>
    <dgm:pt modelId="{67CB06C9-A66C-44EF-8210-E3D1C6274F03}" type="sibTrans" cxnId="{BE2D87FA-596F-463E-A373-868E451220D2}">
      <dgm:prSet/>
      <dgm:spPr/>
      <dgm:t>
        <a:bodyPr/>
        <a:lstStyle/>
        <a:p>
          <a:endParaRPr lang="en-US"/>
        </a:p>
      </dgm:t>
    </dgm:pt>
    <dgm:pt modelId="{4E5158E3-5B15-43FC-B4CE-80C5A3FCCDF4}">
      <dgm:prSet/>
      <dgm:spPr/>
      <dgm:t>
        <a:bodyPr/>
        <a:lstStyle/>
        <a:p>
          <a:r>
            <a:rPr lang="en-US" b="1" dirty="0"/>
            <a:t>Shower</a:t>
          </a:r>
        </a:p>
      </dgm:t>
    </dgm:pt>
    <dgm:pt modelId="{DB80847F-3545-485A-811C-12A8BC9F4A43}" type="parTrans" cxnId="{5F7BB882-A847-4827-8634-7133C7DAC710}">
      <dgm:prSet/>
      <dgm:spPr/>
      <dgm:t>
        <a:bodyPr/>
        <a:lstStyle/>
        <a:p>
          <a:endParaRPr lang="en-US"/>
        </a:p>
      </dgm:t>
    </dgm:pt>
    <dgm:pt modelId="{B10132FB-EF62-47EE-8E40-38971A93EEE5}" type="sibTrans" cxnId="{5F7BB882-A847-4827-8634-7133C7DAC710}">
      <dgm:prSet/>
      <dgm:spPr/>
      <dgm:t>
        <a:bodyPr/>
        <a:lstStyle/>
        <a:p>
          <a:endParaRPr lang="en-US"/>
        </a:p>
      </dgm:t>
    </dgm:pt>
    <dgm:pt modelId="{88113E2E-CA9D-4E7D-938D-DF0647DFE229}">
      <dgm:prSet/>
      <dgm:spPr/>
      <dgm:t>
        <a:bodyPr/>
        <a:lstStyle/>
        <a:p>
          <a:r>
            <a:rPr lang="en-US" b="1" dirty="0"/>
            <a:t>Go to sleep</a:t>
          </a:r>
        </a:p>
      </dgm:t>
    </dgm:pt>
    <dgm:pt modelId="{AED5DA50-A8BD-4DC1-9E7A-D89D181A6A7C}" type="parTrans" cxnId="{C248E92B-6586-44D7-AB69-308E7BBC0326}">
      <dgm:prSet/>
      <dgm:spPr/>
      <dgm:t>
        <a:bodyPr/>
        <a:lstStyle/>
        <a:p>
          <a:endParaRPr lang="en-US"/>
        </a:p>
      </dgm:t>
    </dgm:pt>
    <dgm:pt modelId="{21BB7918-7AD5-460F-82D4-CB962B1965E9}" type="sibTrans" cxnId="{C248E92B-6586-44D7-AB69-308E7BBC0326}">
      <dgm:prSet/>
      <dgm:spPr/>
      <dgm:t>
        <a:bodyPr/>
        <a:lstStyle/>
        <a:p>
          <a:endParaRPr lang="en-US"/>
        </a:p>
      </dgm:t>
    </dgm:pt>
    <dgm:pt modelId="{2AD5FA18-9BA5-459D-BBDF-CF33BC5AF1AE}">
      <dgm:prSet/>
      <dgm:spPr/>
      <dgm:t>
        <a:bodyPr/>
        <a:lstStyle/>
        <a:p>
          <a:r>
            <a:rPr lang="en-US" b="1" dirty="0"/>
            <a:t>End Day</a:t>
          </a:r>
        </a:p>
      </dgm:t>
    </dgm:pt>
    <dgm:pt modelId="{F00B3AC9-20A7-4F4F-AC19-347B296ED267}" type="parTrans" cxnId="{A0DFFBDD-55ED-4515-A286-EB60149192ED}">
      <dgm:prSet/>
      <dgm:spPr/>
      <dgm:t>
        <a:bodyPr/>
        <a:lstStyle/>
        <a:p>
          <a:endParaRPr lang="en-US"/>
        </a:p>
      </dgm:t>
    </dgm:pt>
    <dgm:pt modelId="{C87E429B-48B2-4F2D-80FF-E28597A2DA21}" type="sibTrans" cxnId="{A0DFFBDD-55ED-4515-A286-EB60149192ED}">
      <dgm:prSet/>
      <dgm:spPr/>
      <dgm:t>
        <a:bodyPr/>
        <a:lstStyle/>
        <a:p>
          <a:endParaRPr lang="en-US"/>
        </a:p>
      </dgm:t>
    </dgm:pt>
    <dgm:pt modelId="{F1F3E5CF-31C8-4300-9D28-77289CDBA1A8}" type="pres">
      <dgm:prSet presAssocID="{03052079-963D-4B3A-ACED-13EAB3D7D050}" presName="linearFlow" presStyleCnt="0">
        <dgm:presLayoutVars>
          <dgm:resizeHandles val="exact"/>
        </dgm:presLayoutVars>
      </dgm:prSet>
      <dgm:spPr/>
    </dgm:pt>
    <dgm:pt modelId="{B3461873-1D9D-4A36-B8E5-2E95C8566622}" type="pres">
      <dgm:prSet presAssocID="{071F3BF8-7B77-4D4B-817B-50C13FFC3E85}" presName="node" presStyleLbl="node1" presStyleIdx="0" presStyleCnt="4">
        <dgm:presLayoutVars>
          <dgm:bulletEnabled val="1"/>
        </dgm:presLayoutVars>
      </dgm:prSet>
      <dgm:spPr/>
    </dgm:pt>
    <dgm:pt modelId="{8CF8D104-8272-4AE1-9F1D-16E643A9EC70}" type="pres">
      <dgm:prSet presAssocID="{67CB06C9-A66C-44EF-8210-E3D1C6274F03}" presName="sibTrans" presStyleLbl="sibTrans2D1" presStyleIdx="0" presStyleCnt="3"/>
      <dgm:spPr/>
    </dgm:pt>
    <dgm:pt modelId="{F974644C-03E4-4CAB-B7AC-62BC7607BB05}" type="pres">
      <dgm:prSet presAssocID="{67CB06C9-A66C-44EF-8210-E3D1C6274F03}" presName="connectorText" presStyleLbl="sibTrans2D1" presStyleIdx="0" presStyleCnt="3"/>
      <dgm:spPr/>
    </dgm:pt>
    <dgm:pt modelId="{BD8F4EE7-8FF5-4D5D-B0B0-E7AF598BC78E}" type="pres">
      <dgm:prSet presAssocID="{4E5158E3-5B15-43FC-B4CE-80C5A3FCCDF4}" presName="node" presStyleLbl="node1" presStyleIdx="1" presStyleCnt="4">
        <dgm:presLayoutVars>
          <dgm:bulletEnabled val="1"/>
        </dgm:presLayoutVars>
      </dgm:prSet>
      <dgm:spPr/>
    </dgm:pt>
    <dgm:pt modelId="{EC9DA265-D218-4942-8EC5-2F4E874B325D}" type="pres">
      <dgm:prSet presAssocID="{B10132FB-EF62-47EE-8E40-38971A93EEE5}" presName="sibTrans" presStyleLbl="sibTrans2D1" presStyleIdx="1" presStyleCnt="3"/>
      <dgm:spPr/>
    </dgm:pt>
    <dgm:pt modelId="{4BB33116-6E54-480B-83EB-E34E1F5A1EC2}" type="pres">
      <dgm:prSet presAssocID="{B10132FB-EF62-47EE-8E40-38971A93EEE5}" presName="connectorText" presStyleLbl="sibTrans2D1" presStyleIdx="1" presStyleCnt="3"/>
      <dgm:spPr/>
    </dgm:pt>
    <dgm:pt modelId="{5F386172-0187-4FA3-BA60-8EA7EF0D24E6}" type="pres">
      <dgm:prSet presAssocID="{88113E2E-CA9D-4E7D-938D-DF0647DFE229}" presName="node" presStyleLbl="node1" presStyleIdx="2" presStyleCnt="4">
        <dgm:presLayoutVars>
          <dgm:bulletEnabled val="1"/>
        </dgm:presLayoutVars>
      </dgm:prSet>
      <dgm:spPr/>
    </dgm:pt>
    <dgm:pt modelId="{2E0BBAD1-3A40-4BA5-87C0-EC644FE226C0}" type="pres">
      <dgm:prSet presAssocID="{21BB7918-7AD5-460F-82D4-CB962B1965E9}" presName="sibTrans" presStyleLbl="sibTrans2D1" presStyleIdx="2" presStyleCnt="3"/>
      <dgm:spPr/>
    </dgm:pt>
    <dgm:pt modelId="{2281DC78-7467-4C1C-89AD-7DE8F225D12C}" type="pres">
      <dgm:prSet presAssocID="{21BB7918-7AD5-460F-82D4-CB962B1965E9}" presName="connectorText" presStyleLbl="sibTrans2D1" presStyleIdx="2" presStyleCnt="3"/>
      <dgm:spPr/>
    </dgm:pt>
    <dgm:pt modelId="{D46F7703-5BF3-4CE1-90FE-6A81CA948FEA}" type="pres">
      <dgm:prSet presAssocID="{2AD5FA18-9BA5-459D-BBDF-CF33BC5AF1AE}" presName="node" presStyleLbl="node1" presStyleIdx="3" presStyleCnt="4">
        <dgm:presLayoutVars>
          <dgm:bulletEnabled val="1"/>
        </dgm:presLayoutVars>
      </dgm:prSet>
      <dgm:spPr/>
    </dgm:pt>
  </dgm:ptLst>
  <dgm:cxnLst>
    <dgm:cxn modelId="{774E2300-1DFC-4213-B870-D4DED0769FE3}" type="presOf" srcId="{03052079-963D-4B3A-ACED-13EAB3D7D050}" destId="{F1F3E5CF-31C8-4300-9D28-77289CDBA1A8}" srcOrd="0" destOrd="0" presId="urn:microsoft.com/office/officeart/2005/8/layout/process2"/>
    <dgm:cxn modelId="{C248E92B-6586-44D7-AB69-308E7BBC0326}" srcId="{03052079-963D-4B3A-ACED-13EAB3D7D050}" destId="{88113E2E-CA9D-4E7D-938D-DF0647DFE229}" srcOrd="2" destOrd="0" parTransId="{AED5DA50-A8BD-4DC1-9E7A-D89D181A6A7C}" sibTransId="{21BB7918-7AD5-460F-82D4-CB962B1965E9}"/>
    <dgm:cxn modelId="{DC2EDE39-BD4D-4832-863F-503D7CEA2B88}" type="presOf" srcId="{B10132FB-EF62-47EE-8E40-38971A93EEE5}" destId="{4BB33116-6E54-480B-83EB-E34E1F5A1EC2}" srcOrd="1" destOrd="0" presId="urn:microsoft.com/office/officeart/2005/8/layout/process2"/>
    <dgm:cxn modelId="{6575DC5C-99D3-402E-A7A2-36314D12DC3C}" type="presOf" srcId="{21BB7918-7AD5-460F-82D4-CB962B1965E9}" destId="{2E0BBAD1-3A40-4BA5-87C0-EC644FE226C0}" srcOrd="0" destOrd="0" presId="urn:microsoft.com/office/officeart/2005/8/layout/process2"/>
    <dgm:cxn modelId="{81B19561-A030-4DD9-8F24-8353067F0943}" type="presOf" srcId="{67CB06C9-A66C-44EF-8210-E3D1C6274F03}" destId="{8CF8D104-8272-4AE1-9F1D-16E643A9EC70}" srcOrd="0" destOrd="0" presId="urn:microsoft.com/office/officeart/2005/8/layout/process2"/>
    <dgm:cxn modelId="{D6855366-1553-4DC6-9B27-68CB63B5A896}" type="presOf" srcId="{21BB7918-7AD5-460F-82D4-CB962B1965E9}" destId="{2281DC78-7467-4C1C-89AD-7DE8F225D12C}" srcOrd="1" destOrd="0" presId="urn:microsoft.com/office/officeart/2005/8/layout/process2"/>
    <dgm:cxn modelId="{E98D424A-24AB-47D6-8842-A03F13D6AA03}" type="presOf" srcId="{67CB06C9-A66C-44EF-8210-E3D1C6274F03}" destId="{F974644C-03E4-4CAB-B7AC-62BC7607BB05}" srcOrd="1" destOrd="0" presId="urn:microsoft.com/office/officeart/2005/8/layout/process2"/>
    <dgm:cxn modelId="{E994D570-6864-4237-9659-567C6911FEC4}" type="presOf" srcId="{88113E2E-CA9D-4E7D-938D-DF0647DFE229}" destId="{5F386172-0187-4FA3-BA60-8EA7EF0D24E6}" srcOrd="0" destOrd="0" presId="urn:microsoft.com/office/officeart/2005/8/layout/process2"/>
    <dgm:cxn modelId="{D8FC9B7F-8A24-4D35-A0A2-549F2466D578}" type="presOf" srcId="{B10132FB-EF62-47EE-8E40-38971A93EEE5}" destId="{EC9DA265-D218-4942-8EC5-2F4E874B325D}" srcOrd="0" destOrd="0" presId="urn:microsoft.com/office/officeart/2005/8/layout/process2"/>
    <dgm:cxn modelId="{5F7BB882-A847-4827-8634-7133C7DAC710}" srcId="{03052079-963D-4B3A-ACED-13EAB3D7D050}" destId="{4E5158E3-5B15-43FC-B4CE-80C5A3FCCDF4}" srcOrd="1" destOrd="0" parTransId="{DB80847F-3545-485A-811C-12A8BC9F4A43}" sibTransId="{B10132FB-EF62-47EE-8E40-38971A93EEE5}"/>
    <dgm:cxn modelId="{5294E79D-268F-4E1B-B819-0E177793C397}" type="presOf" srcId="{2AD5FA18-9BA5-459D-BBDF-CF33BC5AF1AE}" destId="{D46F7703-5BF3-4CE1-90FE-6A81CA948FEA}" srcOrd="0" destOrd="0" presId="urn:microsoft.com/office/officeart/2005/8/layout/process2"/>
    <dgm:cxn modelId="{BCBF2CC0-96E5-4921-9A9E-B1CB32302D08}" type="presOf" srcId="{071F3BF8-7B77-4D4B-817B-50C13FFC3E85}" destId="{B3461873-1D9D-4A36-B8E5-2E95C8566622}" srcOrd="0" destOrd="0" presId="urn:microsoft.com/office/officeart/2005/8/layout/process2"/>
    <dgm:cxn modelId="{3ED3D7DA-C5C0-4F3D-8007-E2A56004D108}" type="presOf" srcId="{4E5158E3-5B15-43FC-B4CE-80C5A3FCCDF4}" destId="{BD8F4EE7-8FF5-4D5D-B0B0-E7AF598BC78E}" srcOrd="0" destOrd="0" presId="urn:microsoft.com/office/officeart/2005/8/layout/process2"/>
    <dgm:cxn modelId="{A0DFFBDD-55ED-4515-A286-EB60149192ED}" srcId="{03052079-963D-4B3A-ACED-13EAB3D7D050}" destId="{2AD5FA18-9BA5-459D-BBDF-CF33BC5AF1AE}" srcOrd="3" destOrd="0" parTransId="{F00B3AC9-20A7-4F4F-AC19-347B296ED267}" sibTransId="{C87E429B-48B2-4F2D-80FF-E28597A2DA21}"/>
    <dgm:cxn modelId="{BE2D87FA-596F-463E-A373-868E451220D2}" srcId="{03052079-963D-4B3A-ACED-13EAB3D7D050}" destId="{071F3BF8-7B77-4D4B-817B-50C13FFC3E85}" srcOrd="0" destOrd="0" parTransId="{71B5B0F7-D01F-4BFC-9011-F3480EEC738F}" sibTransId="{67CB06C9-A66C-44EF-8210-E3D1C6274F03}"/>
    <dgm:cxn modelId="{A0F453DB-C6A3-4B3F-B0A1-2534949852F0}" type="presParOf" srcId="{F1F3E5CF-31C8-4300-9D28-77289CDBA1A8}" destId="{B3461873-1D9D-4A36-B8E5-2E95C8566622}" srcOrd="0" destOrd="0" presId="urn:microsoft.com/office/officeart/2005/8/layout/process2"/>
    <dgm:cxn modelId="{27D5E279-4335-4613-BA8D-128136246930}" type="presParOf" srcId="{F1F3E5CF-31C8-4300-9D28-77289CDBA1A8}" destId="{8CF8D104-8272-4AE1-9F1D-16E643A9EC70}" srcOrd="1" destOrd="0" presId="urn:microsoft.com/office/officeart/2005/8/layout/process2"/>
    <dgm:cxn modelId="{4D9DF2A0-A42E-4C61-8DCA-36FC07A37EAF}" type="presParOf" srcId="{8CF8D104-8272-4AE1-9F1D-16E643A9EC70}" destId="{F974644C-03E4-4CAB-B7AC-62BC7607BB05}" srcOrd="0" destOrd="0" presId="urn:microsoft.com/office/officeart/2005/8/layout/process2"/>
    <dgm:cxn modelId="{FC931395-15B1-4474-BE31-06338C9B33CB}" type="presParOf" srcId="{F1F3E5CF-31C8-4300-9D28-77289CDBA1A8}" destId="{BD8F4EE7-8FF5-4D5D-B0B0-E7AF598BC78E}" srcOrd="2" destOrd="0" presId="urn:microsoft.com/office/officeart/2005/8/layout/process2"/>
    <dgm:cxn modelId="{2A220F40-6F60-43B3-8693-E7EA1813B78A}" type="presParOf" srcId="{F1F3E5CF-31C8-4300-9D28-77289CDBA1A8}" destId="{EC9DA265-D218-4942-8EC5-2F4E874B325D}" srcOrd="3" destOrd="0" presId="urn:microsoft.com/office/officeart/2005/8/layout/process2"/>
    <dgm:cxn modelId="{81895B1A-B653-4EA9-92A6-58C0F93A0BC8}" type="presParOf" srcId="{EC9DA265-D218-4942-8EC5-2F4E874B325D}" destId="{4BB33116-6E54-480B-83EB-E34E1F5A1EC2}" srcOrd="0" destOrd="0" presId="urn:microsoft.com/office/officeart/2005/8/layout/process2"/>
    <dgm:cxn modelId="{3604F7E6-917B-40E6-8DAD-001A6FE30318}" type="presParOf" srcId="{F1F3E5CF-31C8-4300-9D28-77289CDBA1A8}" destId="{5F386172-0187-4FA3-BA60-8EA7EF0D24E6}" srcOrd="4" destOrd="0" presId="urn:microsoft.com/office/officeart/2005/8/layout/process2"/>
    <dgm:cxn modelId="{DC861F4D-9B82-4700-A326-C3B5B2969A5C}" type="presParOf" srcId="{F1F3E5CF-31C8-4300-9D28-77289CDBA1A8}" destId="{2E0BBAD1-3A40-4BA5-87C0-EC644FE226C0}" srcOrd="5" destOrd="0" presId="urn:microsoft.com/office/officeart/2005/8/layout/process2"/>
    <dgm:cxn modelId="{84B79D4F-3F44-4CD3-8903-205486CB3735}" type="presParOf" srcId="{2E0BBAD1-3A40-4BA5-87C0-EC644FE226C0}" destId="{2281DC78-7467-4C1C-89AD-7DE8F225D12C}" srcOrd="0" destOrd="0" presId="urn:microsoft.com/office/officeart/2005/8/layout/process2"/>
    <dgm:cxn modelId="{66930C79-47C2-459A-A559-9781AC939A52}" type="presParOf" srcId="{F1F3E5CF-31C8-4300-9D28-77289CDBA1A8}" destId="{D46F7703-5BF3-4CE1-90FE-6A81CA948FEA}" srcOrd="6" destOrd="0" presId="urn:microsoft.com/office/officeart/2005/8/layout/process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38CCA-4E55-4925-AA83-7196FD3A71D9}">
      <dsp:nvSpPr>
        <dsp:cNvPr id="0" name=""/>
        <dsp:cNvSpPr/>
      </dsp:nvSpPr>
      <dsp:spPr>
        <a:xfrm>
          <a:off x="2577926" y="524"/>
          <a:ext cx="1569037"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Wake Up</a:t>
          </a:r>
        </a:p>
      </dsp:txBody>
      <dsp:txXfrm>
        <a:off x="2595904" y="18502"/>
        <a:ext cx="1533081" cy="577848"/>
      </dsp:txXfrm>
    </dsp:sp>
    <dsp:sp modelId="{B32E88FA-2C7D-49B6-BD2A-19FBCCECC0F7}">
      <dsp:nvSpPr>
        <dsp:cNvPr id="0" name=""/>
        <dsp:cNvSpPr/>
      </dsp:nvSpPr>
      <dsp:spPr>
        <a:xfrm rot="5400000">
          <a:off x="3247357" y="629674"/>
          <a:ext cx="230176" cy="27621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3279582" y="652692"/>
        <a:ext cx="165727" cy="161123"/>
      </dsp:txXfrm>
    </dsp:sp>
    <dsp:sp modelId="{FFE92AF3-8EA0-4766-ABC3-22C0F50E7882}">
      <dsp:nvSpPr>
        <dsp:cNvPr id="0" name=""/>
        <dsp:cNvSpPr/>
      </dsp:nvSpPr>
      <dsp:spPr>
        <a:xfrm>
          <a:off x="2577926" y="921231"/>
          <a:ext cx="1569037"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Use bathroom</a:t>
          </a:r>
        </a:p>
      </dsp:txBody>
      <dsp:txXfrm>
        <a:off x="2595904" y="939209"/>
        <a:ext cx="1533081" cy="577848"/>
      </dsp:txXfrm>
    </dsp:sp>
    <dsp:sp modelId="{21BFB842-F444-4C4D-B1B8-3B08EC7EB94C}">
      <dsp:nvSpPr>
        <dsp:cNvPr id="0" name=""/>
        <dsp:cNvSpPr/>
      </dsp:nvSpPr>
      <dsp:spPr>
        <a:xfrm rot="5400000">
          <a:off x="3247357" y="1550380"/>
          <a:ext cx="230176" cy="27621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3279582" y="1573398"/>
        <a:ext cx="165727" cy="161123"/>
      </dsp:txXfrm>
    </dsp:sp>
    <dsp:sp modelId="{FB93AF9D-BDC4-4D9E-BD1B-958E2C7696DA}">
      <dsp:nvSpPr>
        <dsp:cNvPr id="0" name=""/>
        <dsp:cNvSpPr/>
      </dsp:nvSpPr>
      <dsp:spPr>
        <a:xfrm>
          <a:off x="2577926" y="1841937"/>
          <a:ext cx="1569037"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Wash hands</a:t>
          </a:r>
        </a:p>
      </dsp:txBody>
      <dsp:txXfrm>
        <a:off x="2595904" y="1859915"/>
        <a:ext cx="1533081" cy="577848"/>
      </dsp:txXfrm>
    </dsp:sp>
    <dsp:sp modelId="{38489EAB-5F6D-47E9-ABC6-0278F9D2F0C5}">
      <dsp:nvSpPr>
        <dsp:cNvPr id="0" name=""/>
        <dsp:cNvSpPr/>
      </dsp:nvSpPr>
      <dsp:spPr>
        <a:xfrm rot="5400000">
          <a:off x="3247357" y="2471087"/>
          <a:ext cx="230176" cy="27621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3279582" y="2494105"/>
        <a:ext cx="165727" cy="161123"/>
      </dsp:txXfrm>
    </dsp:sp>
    <dsp:sp modelId="{FD4C0858-B076-4317-95BB-FE6DAFD8A7AB}">
      <dsp:nvSpPr>
        <dsp:cNvPr id="0" name=""/>
        <dsp:cNvSpPr/>
      </dsp:nvSpPr>
      <dsp:spPr>
        <a:xfrm>
          <a:off x="2577926" y="2762644"/>
          <a:ext cx="1569037"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Brush Teeth</a:t>
          </a:r>
        </a:p>
      </dsp:txBody>
      <dsp:txXfrm>
        <a:off x="2595904" y="2780622"/>
        <a:ext cx="1533081" cy="577848"/>
      </dsp:txXfrm>
    </dsp:sp>
    <dsp:sp modelId="{753E1269-3DA3-438E-9BA9-F02D7AB05347}">
      <dsp:nvSpPr>
        <dsp:cNvPr id="0" name=""/>
        <dsp:cNvSpPr/>
      </dsp:nvSpPr>
      <dsp:spPr>
        <a:xfrm rot="5400000">
          <a:off x="3247357" y="3391793"/>
          <a:ext cx="230176" cy="27621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3279582" y="3414811"/>
        <a:ext cx="165727" cy="161123"/>
      </dsp:txXfrm>
    </dsp:sp>
    <dsp:sp modelId="{F0124D1B-76D3-4131-9C08-273DAF4F7343}">
      <dsp:nvSpPr>
        <dsp:cNvPr id="0" name=""/>
        <dsp:cNvSpPr/>
      </dsp:nvSpPr>
      <dsp:spPr>
        <a:xfrm>
          <a:off x="2577926" y="3683350"/>
          <a:ext cx="1569037"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Adjust Hair</a:t>
          </a:r>
        </a:p>
      </dsp:txBody>
      <dsp:txXfrm>
        <a:off x="2595904" y="3701328"/>
        <a:ext cx="1533081" cy="5778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61873-1D9D-4A36-B8E5-2E95C8566622}">
      <dsp:nvSpPr>
        <dsp:cNvPr id="0" name=""/>
        <dsp:cNvSpPr/>
      </dsp:nvSpPr>
      <dsp:spPr>
        <a:xfrm>
          <a:off x="312644" y="524"/>
          <a:ext cx="1358042"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Get dressed</a:t>
          </a:r>
        </a:p>
      </dsp:txBody>
      <dsp:txXfrm>
        <a:off x="330622" y="18502"/>
        <a:ext cx="1322086" cy="577848"/>
      </dsp:txXfrm>
    </dsp:sp>
    <dsp:sp modelId="{8CF8D104-8272-4AE1-9F1D-16E643A9EC70}">
      <dsp:nvSpPr>
        <dsp:cNvPr id="0" name=""/>
        <dsp:cNvSpPr/>
      </dsp:nvSpPr>
      <dsp:spPr>
        <a:xfrm rot="5400000">
          <a:off x="876577" y="629674"/>
          <a:ext cx="230176" cy="27621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908802" y="652692"/>
        <a:ext cx="165727" cy="161123"/>
      </dsp:txXfrm>
    </dsp:sp>
    <dsp:sp modelId="{860B99D2-C24E-422D-9747-ADA06C65D82A}">
      <dsp:nvSpPr>
        <dsp:cNvPr id="0" name=""/>
        <dsp:cNvSpPr/>
      </dsp:nvSpPr>
      <dsp:spPr>
        <a:xfrm>
          <a:off x="312644" y="921231"/>
          <a:ext cx="1358042"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Put on jacket</a:t>
          </a:r>
        </a:p>
      </dsp:txBody>
      <dsp:txXfrm>
        <a:off x="330622" y="939209"/>
        <a:ext cx="1322086" cy="577848"/>
      </dsp:txXfrm>
    </dsp:sp>
    <dsp:sp modelId="{0C7D94E6-9527-49D6-9C82-2CE6D7FA9D0D}">
      <dsp:nvSpPr>
        <dsp:cNvPr id="0" name=""/>
        <dsp:cNvSpPr/>
      </dsp:nvSpPr>
      <dsp:spPr>
        <a:xfrm rot="5400000">
          <a:off x="876577" y="1550380"/>
          <a:ext cx="230176" cy="27621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908802" y="1573398"/>
        <a:ext cx="165727" cy="161123"/>
      </dsp:txXfrm>
    </dsp:sp>
    <dsp:sp modelId="{982D230A-8071-4A02-93B0-120C97E4B8AD}">
      <dsp:nvSpPr>
        <dsp:cNvPr id="0" name=""/>
        <dsp:cNvSpPr/>
      </dsp:nvSpPr>
      <dsp:spPr>
        <a:xfrm>
          <a:off x="312644" y="1841937"/>
          <a:ext cx="1358042"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Grab Purse</a:t>
          </a:r>
        </a:p>
      </dsp:txBody>
      <dsp:txXfrm>
        <a:off x="330622" y="1859915"/>
        <a:ext cx="1322086" cy="577848"/>
      </dsp:txXfrm>
    </dsp:sp>
    <dsp:sp modelId="{33D58B08-55BC-4FE0-8E98-C3D067DA64FD}">
      <dsp:nvSpPr>
        <dsp:cNvPr id="0" name=""/>
        <dsp:cNvSpPr/>
      </dsp:nvSpPr>
      <dsp:spPr>
        <a:xfrm rot="5400000">
          <a:off x="876577" y="2471087"/>
          <a:ext cx="230176" cy="27621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908802" y="2494105"/>
        <a:ext cx="165727" cy="161123"/>
      </dsp:txXfrm>
    </dsp:sp>
    <dsp:sp modelId="{969575E2-F974-4872-9641-3E3496ED7884}">
      <dsp:nvSpPr>
        <dsp:cNvPr id="0" name=""/>
        <dsp:cNvSpPr/>
      </dsp:nvSpPr>
      <dsp:spPr>
        <a:xfrm>
          <a:off x="312644" y="2762644"/>
          <a:ext cx="1358042"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Put on Shoes</a:t>
          </a:r>
        </a:p>
      </dsp:txBody>
      <dsp:txXfrm>
        <a:off x="330622" y="2780622"/>
        <a:ext cx="1322086" cy="577848"/>
      </dsp:txXfrm>
    </dsp:sp>
    <dsp:sp modelId="{1187C8C7-DEE6-475A-BD70-6CE16869D7CE}">
      <dsp:nvSpPr>
        <dsp:cNvPr id="0" name=""/>
        <dsp:cNvSpPr/>
      </dsp:nvSpPr>
      <dsp:spPr>
        <a:xfrm rot="5400000">
          <a:off x="876577" y="3391793"/>
          <a:ext cx="230176" cy="27621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908802" y="3414811"/>
        <a:ext cx="165727" cy="161123"/>
      </dsp:txXfrm>
    </dsp:sp>
    <dsp:sp modelId="{119C2669-810B-4822-AA75-0F5C3939C3BC}">
      <dsp:nvSpPr>
        <dsp:cNvPr id="0" name=""/>
        <dsp:cNvSpPr/>
      </dsp:nvSpPr>
      <dsp:spPr>
        <a:xfrm>
          <a:off x="312644" y="3683350"/>
          <a:ext cx="1358042" cy="61380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Take keys and lock door</a:t>
          </a:r>
        </a:p>
      </dsp:txBody>
      <dsp:txXfrm>
        <a:off x="330622" y="3701328"/>
        <a:ext cx="1322086" cy="5778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61873-1D9D-4A36-B8E5-2E95C8566622}">
      <dsp:nvSpPr>
        <dsp:cNvPr id="0" name=""/>
        <dsp:cNvSpPr/>
      </dsp:nvSpPr>
      <dsp:spPr>
        <a:xfrm>
          <a:off x="697816" y="2098"/>
          <a:ext cx="1405139" cy="78063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Unlock car</a:t>
          </a:r>
        </a:p>
      </dsp:txBody>
      <dsp:txXfrm>
        <a:off x="720680" y="24962"/>
        <a:ext cx="1359411" cy="734905"/>
      </dsp:txXfrm>
    </dsp:sp>
    <dsp:sp modelId="{8CF8D104-8272-4AE1-9F1D-16E643A9EC70}">
      <dsp:nvSpPr>
        <dsp:cNvPr id="0" name=""/>
        <dsp:cNvSpPr/>
      </dsp:nvSpPr>
      <dsp:spPr>
        <a:xfrm rot="5400000">
          <a:off x="1254017" y="802247"/>
          <a:ext cx="292737" cy="351284"/>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1295001" y="831521"/>
        <a:ext cx="210770" cy="204916"/>
      </dsp:txXfrm>
    </dsp:sp>
    <dsp:sp modelId="{4735A427-DE5A-4E6F-9F85-7CFB4F657CB8}">
      <dsp:nvSpPr>
        <dsp:cNvPr id="0" name=""/>
        <dsp:cNvSpPr/>
      </dsp:nvSpPr>
      <dsp:spPr>
        <a:xfrm>
          <a:off x="697816" y="1173048"/>
          <a:ext cx="1405139" cy="78063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Start car</a:t>
          </a:r>
        </a:p>
      </dsp:txBody>
      <dsp:txXfrm>
        <a:off x="720680" y="1195912"/>
        <a:ext cx="1359411" cy="734905"/>
      </dsp:txXfrm>
    </dsp:sp>
    <dsp:sp modelId="{A00C3B9E-1798-4B82-B80C-52E376835AE8}">
      <dsp:nvSpPr>
        <dsp:cNvPr id="0" name=""/>
        <dsp:cNvSpPr/>
      </dsp:nvSpPr>
      <dsp:spPr>
        <a:xfrm rot="5400000">
          <a:off x="1254017" y="1973197"/>
          <a:ext cx="292737" cy="351284"/>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1295001" y="2002471"/>
        <a:ext cx="210770" cy="204916"/>
      </dsp:txXfrm>
    </dsp:sp>
    <dsp:sp modelId="{29444AED-3826-42AC-99B0-AC799A2B1EAE}">
      <dsp:nvSpPr>
        <dsp:cNvPr id="0" name=""/>
        <dsp:cNvSpPr/>
      </dsp:nvSpPr>
      <dsp:spPr>
        <a:xfrm>
          <a:off x="697816" y="2343998"/>
          <a:ext cx="1405139" cy="78063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Put on seatbelt</a:t>
          </a:r>
        </a:p>
      </dsp:txBody>
      <dsp:txXfrm>
        <a:off x="720680" y="2366862"/>
        <a:ext cx="1359411" cy="734905"/>
      </dsp:txXfrm>
    </dsp:sp>
    <dsp:sp modelId="{C9C95EED-B831-42BF-B4E5-1A132ECE8A7A}">
      <dsp:nvSpPr>
        <dsp:cNvPr id="0" name=""/>
        <dsp:cNvSpPr/>
      </dsp:nvSpPr>
      <dsp:spPr>
        <a:xfrm rot="5400000">
          <a:off x="1254017" y="3144147"/>
          <a:ext cx="292737" cy="351284"/>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1295001" y="3173421"/>
        <a:ext cx="210770" cy="204916"/>
      </dsp:txXfrm>
    </dsp:sp>
    <dsp:sp modelId="{CD2C0CAC-85A3-4E47-844F-29F1D5069A45}">
      <dsp:nvSpPr>
        <dsp:cNvPr id="0" name=""/>
        <dsp:cNvSpPr/>
      </dsp:nvSpPr>
      <dsp:spPr>
        <a:xfrm>
          <a:off x="697816" y="3514948"/>
          <a:ext cx="1405139" cy="78063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Drive to work</a:t>
          </a:r>
        </a:p>
      </dsp:txBody>
      <dsp:txXfrm>
        <a:off x="720680" y="3537812"/>
        <a:ext cx="1359411" cy="7349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61873-1D9D-4A36-B8E5-2E95C8566622}">
      <dsp:nvSpPr>
        <dsp:cNvPr id="0" name=""/>
        <dsp:cNvSpPr/>
      </dsp:nvSpPr>
      <dsp:spPr>
        <a:xfrm>
          <a:off x="269365" y="586"/>
          <a:ext cx="1236087" cy="686715"/>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Complete work tasks</a:t>
          </a:r>
        </a:p>
      </dsp:txBody>
      <dsp:txXfrm>
        <a:off x="289478" y="20699"/>
        <a:ext cx="1195861" cy="646489"/>
      </dsp:txXfrm>
    </dsp:sp>
    <dsp:sp modelId="{8CF8D104-8272-4AE1-9F1D-16E643A9EC70}">
      <dsp:nvSpPr>
        <dsp:cNvPr id="0" name=""/>
        <dsp:cNvSpPr/>
      </dsp:nvSpPr>
      <dsp:spPr>
        <a:xfrm rot="5400000">
          <a:off x="758650" y="704470"/>
          <a:ext cx="257518" cy="30902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794703" y="730222"/>
        <a:ext cx="185413" cy="180263"/>
      </dsp:txXfrm>
    </dsp:sp>
    <dsp:sp modelId="{E1F2F958-3B73-49F2-B161-0C69174FD0B7}">
      <dsp:nvSpPr>
        <dsp:cNvPr id="0" name=""/>
        <dsp:cNvSpPr/>
      </dsp:nvSpPr>
      <dsp:spPr>
        <a:xfrm>
          <a:off x="269365" y="1030659"/>
          <a:ext cx="1236087" cy="686715"/>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Have lunch</a:t>
          </a:r>
        </a:p>
      </dsp:txBody>
      <dsp:txXfrm>
        <a:off x="289478" y="1050772"/>
        <a:ext cx="1195861" cy="646489"/>
      </dsp:txXfrm>
    </dsp:sp>
    <dsp:sp modelId="{49DCF604-A5EF-40AB-9005-FBFB8DBC98D2}">
      <dsp:nvSpPr>
        <dsp:cNvPr id="0" name=""/>
        <dsp:cNvSpPr/>
      </dsp:nvSpPr>
      <dsp:spPr>
        <a:xfrm rot="5400000">
          <a:off x="758650" y="1734543"/>
          <a:ext cx="257518" cy="30902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794703" y="1760295"/>
        <a:ext cx="185413" cy="180263"/>
      </dsp:txXfrm>
    </dsp:sp>
    <dsp:sp modelId="{B7668E9C-8B83-40B1-B29A-F8D5775B57D1}">
      <dsp:nvSpPr>
        <dsp:cNvPr id="0" name=""/>
        <dsp:cNvSpPr/>
      </dsp:nvSpPr>
      <dsp:spPr>
        <a:xfrm>
          <a:off x="269365" y="2060732"/>
          <a:ext cx="1236087" cy="686715"/>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Leave work</a:t>
          </a:r>
        </a:p>
      </dsp:txBody>
      <dsp:txXfrm>
        <a:off x="289478" y="2080845"/>
        <a:ext cx="1195861" cy="646489"/>
      </dsp:txXfrm>
    </dsp:sp>
    <dsp:sp modelId="{70D0054C-75FC-41F9-8FF2-5A8612414A58}">
      <dsp:nvSpPr>
        <dsp:cNvPr id="0" name=""/>
        <dsp:cNvSpPr/>
      </dsp:nvSpPr>
      <dsp:spPr>
        <a:xfrm rot="5400000">
          <a:off x="758650" y="2764616"/>
          <a:ext cx="257518" cy="30902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794703" y="2790368"/>
        <a:ext cx="185413" cy="180263"/>
      </dsp:txXfrm>
    </dsp:sp>
    <dsp:sp modelId="{927B6DE4-AF9A-4289-A72E-06EBB4DF25A1}">
      <dsp:nvSpPr>
        <dsp:cNvPr id="0" name=""/>
        <dsp:cNvSpPr/>
      </dsp:nvSpPr>
      <dsp:spPr>
        <a:xfrm>
          <a:off x="269365" y="3090805"/>
          <a:ext cx="1236087" cy="686715"/>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Drive home</a:t>
          </a:r>
        </a:p>
      </dsp:txBody>
      <dsp:txXfrm>
        <a:off x="289478" y="3110918"/>
        <a:ext cx="1195861" cy="646489"/>
      </dsp:txXfrm>
    </dsp:sp>
    <dsp:sp modelId="{CDF592E1-764D-4EA0-9E89-3DF409D18DA6}">
      <dsp:nvSpPr>
        <dsp:cNvPr id="0" name=""/>
        <dsp:cNvSpPr/>
      </dsp:nvSpPr>
      <dsp:spPr>
        <a:xfrm rot="5400000">
          <a:off x="758650" y="3794688"/>
          <a:ext cx="257518" cy="30902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794703" y="3820440"/>
        <a:ext cx="185413" cy="180263"/>
      </dsp:txXfrm>
    </dsp:sp>
    <dsp:sp modelId="{E5B822D3-4F39-403C-BBE2-8166F08B9239}">
      <dsp:nvSpPr>
        <dsp:cNvPr id="0" name=""/>
        <dsp:cNvSpPr/>
      </dsp:nvSpPr>
      <dsp:spPr>
        <a:xfrm>
          <a:off x="269365" y="4120878"/>
          <a:ext cx="1236087" cy="686715"/>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Unlock front door</a:t>
          </a:r>
        </a:p>
      </dsp:txBody>
      <dsp:txXfrm>
        <a:off x="289478" y="4140991"/>
        <a:ext cx="1195861" cy="6464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61873-1D9D-4A36-B8E5-2E95C8566622}">
      <dsp:nvSpPr>
        <dsp:cNvPr id="0" name=""/>
        <dsp:cNvSpPr/>
      </dsp:nvSpPr>
      <dsp:spPr>
        <a:xfrm>
          <a:off x="821461" y="2098"/>
          <a:ext cx="1405139" cy="78063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Start computer</a:t>
          </a:r>
        </a:p>
      </dsp:txBody>
      <dsp:txXfrm>
        <a:off x="844325" y="24962"/>
        <a:ext cx="1359411" cy="734905"/>
      </dsp:txXfrm>
    </dsp:sp>
    <dsp:sp modelId="{8CF8D104-8272-4AE1-9F1D-16E643A9EC70}">
      <dsp:nvSpPr>
        <dsp:cNvPr id="0" name=""/>
        <dsp:cNvSpPr/>
      </dsp:nvSpPr>
      <dsp:spPr>
        <a:xfrm rot="5400000">
          <a:off x="1377662" y="802247"/>
          <a:ext cx="292737" cy="351284"/>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1418646" y="831521"/>
        <a:ext cx="210770" cy="204916"/>
      </dsp:txXfrm>
    </dsp:sp>
    <dsp:sp modelId="{1CBFBAA8-D893-49CA-B5E6-5F412320AC5C}">
      <dsp:nvSpPr>
        <dsp:cNvPr id="0" name=""/>
        <dsp:cNvSpPr/>
      </dsp:nvSpPr>
      <dsp:spPr>
        <a:xfrm>
          <a:off x="821461" y="1173048"/>
          <a:ext cx="1405139" cy="78063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Check homework</a:t>
          </a:r>
        </a:p>
      </dsp:txBody>
      <dsp:txXfrm>
        <a:off x="844325" y="1195912"/>
        <a:ext cx="1359411" cy="734905"/>
      </dsp:txXfrm>
    </dsp:sp>
    <dsp:sp modelId="{BB2247AB-2978-43E8-A064-9E5EBB554F9E}">
      <dsp:nvSpPr>
        <dsp:cNvPr id="0" name=""/>
        <dsp:cNvSpPr/>
      </dsp:nvSpPr>
      <dsp:spPr>
        <a:xfrm rot="5400000">
          <a:off x="1377662" y="1973197"/>
          <a:ext cx="292737" cy="351284"/>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1418646" y="2002471"/>
        <a:ext cx="210770" cy="204916"/>
      </dsp:txXfrm>
    </dsp:sp>
    <dsp:sp modelId="{15830253-3A4B-4C38-BC9B-8D2CE842047C}">
      <dsp:nvSpPr>
        <dsp:cNvPr id="0" name=""/>
        <dsp:cNvSpPr/>
      </dsp:nvSpPr>
      <dsp:spPr>
        <a:xfrm>
          <a:off x="821461" y="2343998"/>
          <a:ext cx="1405139" cy="78063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Do part of homework</a:t>
          </a:r>
        </a:p>
      </dsp:txBody>
      <dsp:txXfrm>
        <a:off x="844325" y="2366862"/>
        <a:ext cx="1359411" cy="734905"/>
      </dsp:txXfrm>
    </dsp:sp>
    <dsp:sp modelId="{761DE763-7A83-46C1-801B-07B7AD338551}">
      <dsp:nvSpPr>
        <dsp:cNvPr id="0" name=""/>
        <dsp:cNvSpPr/>
      </dsp:nvSpPr>
      <dsp:spPr>
        <a:xfrm rot="5400000">
          <a:off x="1377662" y="3144147"/>
          <a:ext cx="292737" cy="351284"/>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1418646" y="3173421"/>
        <a:ext cx="210770" cy="204916"/>
      </dsp:txXfrm>
    </dsp:sp>
    <dsp:sp modelId="{9C8C5E1F-1EF4-464F-82ED-D9CD82CE38D1}">
      <dsp:nvSpPr>
        <dsp:cNvPr id="0" name=""/>
        <dsp:cNvSpPr/>
      </dsp:nvSpPr>
      <dsp:spPr>
        <a:xfrm>
          <a:off x="821461" y="3514948"/>
          <a:ext cx="1405139" cy="78063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Turn In homework</a:t>
          </a:r>
        </a:p>
      </dsp:txBody>
      <dsp:txXfrm>
        <a:off x="844325" y="3537812"/>
        <a:ext cx="1359411" cy="7349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61873-1D9D-4A36-B8E5-2E95C8566622}">
      <dsp:nvSpPr>
        <dsp:cNvPr id="0" name=""/>
        <dsp:cNvSpPr/>
      </dsp:nvSpPr>
      <dsp:spPr>
        <a:xfrm>
          <a:off x="37413" y="1612"/>
          <a:ext cx="1280390" cy="59967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Play games</a:t>
          </a:r>
        </a:p>
      </dsp:txBody>
      <dsp:txXfrm>
        <a:off x="54977" y="19176"/>
        <a:ext cx="1245262" cy="564542"/>
      </dsp:txXfrm>
    </dsp:sp>
    <dsp:sp modelId="{8CF8D104-8272-4AE1-9F1D-16E643A9EC70}">
      <dsp:nvSpPr>
        <dsp:cNvPr id="0" name=""/>
        <dsp:cNvSpPr/>
      </dsp:nvSpPr>
      <dsp:spPr>
        <a:xfrm rot="5400000">
          <a:off x="565170" y="616274"/>
          <a:ext cx="224876" cy="26985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596653" y="638762"/>
        <a:ext cx="161911" cy="157413"/>
      </dsp:txXfrm>
    </dsp:sp>
    <dsp:sp modelId="{BD8F4EE7-8FF5-4D5D-B0B0-E7AF598BC78E}">
      <dsp:nvSpPr>
        <dsp:cNvPr id="0" name=""/>
        <dsp:cNvSpPr/>
      </dsp:nvSpPr>
      <dsp:spPr>
        <a:xfrm>
          <a:off x="37413" y="901117"/>
          <a:ext cx="1280390" cy="59967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Shower</a:t>
          </a:r>
        </a:p>
      </dsp:txBody>
      <dsp:txXfrm>
        <a:off x="54977" y="918681"/>
        <a:ext cx="1245262" cy="564542"/>
      </dsp:txXfrm>
    </dsp:sp>
    <dsp:sp modelId="{EC9DA265-D218-4942-8EC5-2F4E874B325D}">
      <dsp:nvSpPr>
        <dsp:cNvPr id="0" name=""/>
        <dsp:cNvSpPr/>
      </dsp:nvSpPr>
      <dsp:spPr>
        <a:xfrm rot="5400000">
          <a:off x="565170" y="1515780"/>
          <a:ext cx="224876" cy="26985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596653" y="1538268"/>
        <a:ext cx="161911" cy="157413"/>
      </dsp:txXfrm>
    </dsp:sp>
    <dsp:sp modelId="{5F386172-0187-4FA3-BA60-8EA7EF0D24E6}">
      <dsp:nvSpPr>
        <dsp:cNvPr id="0" name=""/>
        <dsp:cNvSpPr/>
      </dsp:nvSpPr>
      <dsp:spPr>
        <a:xfrm>
          <a:off x="37413" y="1800623"/>
          <a:ext cx="1280390" cy="59967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Go to sleep</a:t>
          </a:r>
        </a:p>
      </dsp:txBody>
      <dsp:txXfrm>
        <a:off x="54977" y="1818187"/>
        <a:ext cx="1245262" cy="564542"/>
      </dsp:txXfrm>
    </dsp:sp>
    <dsp:sp modelId="{2E0BBAD1-3A40-4BA5-87C0-EC644FE226C0}">
      <dsp:nvSpPr>
        <dsp:cNvPr id="0" name=""/>
        <dsp:cNvSpPr/>
      </dsp:nvSpPr>
      <dsp:spPr>
        <a:xfrm rot="5400000">
          <a:off x="565170" y="2415285"/>
          <a:ext cx="224876" cy="269851"/>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596653" y="2437773"/>
        <a:ext cx="161911" cy="157413"/>
      </dsp:txXfrm>
    </dsp:sp>
    <dsp:sp modelId="{D46F7703-5BF3-4CE1-90FE-6A81CA948FEA}">
      <dsp:nvSpPr>
        <dsp:cNvPr id="0" name=""/>
        <dsp:cNvSpPr/>
      </dsp:nvSpPr>
      <dsp:spPr>
        <a:xfrm>
          <a:off x="37413" y="2700129"/>
          <a:ext cx="1280390" cy="59967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End Day</a:t>
          </a:r>
        </a:p>
      </dsp:txBody>
      <dsp:txXfrm>
        <a:off x="54977" y="2717693"/>
        <a:ext cx="1245262" cy="564542"/>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11/23/2025</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9CA527-F925-414F-B4F4-8F4244CDDC80}" type="datetimeFigureOut">
              <a:rPr lang="en-US" smtClean="0"/>
              <a:t>11/23/2025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7E2AA-278D-0B48-A5DE-00B1FC5BDAF9}" type="slidenum">
              <a:rPr lang="en-US" smtClean="0"/>
              <a:t>‹#›</a:t>
            </a:fld>
            <a:endParaRPr lang="en-US" dirty="0"/>
          </a:p>
        </p:txBody>
      </p:sp>
    </p:spTree>
    <p:extLst>
      <p:ext uri="{BB962C8B-B14F-4D97-AF65-F5344CB8AC3E}">
        <p14:creationId xmlns:p14="http://schemas.microsoft.com/office/powerpoint/2010/main" val="4266559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D56268A4-B555-72BE-6160-318763ECAA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7" name="Rectangle 6">
            <a:extLst>
              <a:ext uri="{FF2B5EF4-FFF2-40B4-BE49-F238E27FC236}">
                <a16:creationId xmlns:a16="http://schemas.microsoft.com/office/drawing/2014/main" id="{12D44DBA-D665-923B-A38C-C68A9C039EA9}"/>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400"/>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7" name="Picture Placeholder 38">
            <a:extLst>
              <a:ext uri="{FF2B5EF4-FFF2-40B4-BE49-F238E27FC236}">
                <a16:creationId xmlns:a16="http://schemas.microsoft.com/office/drawing/2014/main" id="{31550E6E-10D6-E75A-F6B1-8800DAC2CBFB}"/>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7802" b="7802"/>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73038" y="1457865"/>
            <a:ext cx="3200400" cy="4580626"/>
          </a:xfrm>
        </p:spPr>
        <p:txBody>
          <a:bodyPr anchor="t">
            <a:noAutofit/>
          </a:bodyPr>
          <a:lstStyle>
            <a:lvl1pPr algn="ctr">
              <a:defRPr sz="3600"/>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4796287" y="1457864"/>
            <a:ext cx="4986068" cy="4580627"/>
          </a:xfrm>
        </p:spPr>
        <p:txBody>
          <a:bodyPr tIns="45720" anchor="t" anchorCtr="0">
            <a:normAutofit/>
          </a:bodyPr>
          <a:lstStyle>
            <a:lvl1pPr marL="0" indent="0">
              <a:lnSpc>
                <a:spcPct val="150000"/>
              </a:lnSpc>
              <a:spcBef>
                <a:spcPts val="1000"/>
              </a:spcBef>
              <a:spcAft>
                <a:spcPts val="1200"/>
              </a:spcAft>
              <a:buNone/>
              <a:defRPr sz="2400"/>
            </a:lvl1pPr>
            <a:lvl2pPr>
              <a:lnSpc>
                <a:spcPct val="150000"/>
              </a:lnSpc>
              <a:spcBef>
                <a:spcPts val="1000"/>
              </a:spcBef>
              <a:spcAft>
                <a:spcPts val="1200"/>
              </a:spcAft>
              <a:defRPr sz="2000"/>
            </a:lvl2pPr>
            <a:lvl3pPr>
              <a:lnSpc>
                <a:spcPct val="150000"/>
              </a:lnSpc>
              <a:spcBef>
                <a:spcPts val="1000"/>
              </a:spcBef>
              <a:spcAft>
                <a:spcPts val="1200"/>
              </a:spcAft>
              <a:defRPr sz="1800"/>
            </a:lvl3pPr>
            <a:lvl4pPr>
              <a:lnSpc>
                <a:spcPct val="150000"/>
              </a:lnSpc>
              <a:spcBef>
                <a:spcPts val="1000"/>
              </a:spcBef>
              <a:spcAft>
                <a:spcPts val="1200"/>
              </a:spcAft>
              <a:defRPr sz="1600"/>
            </a:lvl4pPr>
            <a:lvl5pPr>
              <a:lnSpc>
                <a:spcPct val="150000"/>
              </a:lnSpc>
              <a:spcBef>
                <a:spcPts val="1000"/>
              </a:spcBef>
              <a:spcAft>
                <a:spcPts val="1200"/>
              </a:spcAft>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spTree>
      <p:nvGrpSpPr>
        <p:cNvPr id="1" name=""/>
        <p:cNvGrpSpPr/>
        <p:nvPr/>
      </p:nvGrpSpPr>
      <p:grpSpPr>
        <a:xfrm>
          <a:off x="0" y="0"/>
          <a:ext cx="0" cy="0"/>
          <a:chOff x="0" y="0"/>
          <a:chExt cx="0" cy="0"/>
        </a:xfrm>
      </p:grpSpPr>
      <p:pic>
        <p:nvPicPr>
          <p:cNvPr id="7" name="Picture Placeholder 8">
            <a:extLst>
              <a:ext uri="{FF2B5EF4-FFF2-40B4-BE49-F238E27FC236}">
                <a16:creationId xmlns:a16="http://schemas.microsoft.com/office/drawing/2014/main" id="{61F88592-24FD-96EC-ADB3-C0B7682DF9A5}"/>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918259" y="798653"/>
            <a:ext cx="5166167" cy="5289630"/>
          </a:xfrm>
          <a:solidFill>
            <a:schemeClr val="bg1">
              <a:alpha val="95000"/>
            </a:schemeClr>
          </a:solidFill>
        </p:spPr>
        <p:txBody>
          <a:bodyPr lIns="274320" rIns="274320" anchor="ctr">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6084424" y="787077"/>
            <a:ext cx="5166167" cy="5289631"/>
          </a:xfrm>
          <a:solidFill>
            <a:schemeClr val="bg1">
              <a:alpha val="95000"/>
            </a:schemeClr>
          </a:solidFill>
        </p:spPr>
        <p:txBody>
          <a:bodyPr>
            <a:noAutofit/>
          </a:bodyPr>
          <a:lstStyle>
            <a:lvl1pPr marL="342900" indent="-342900" algn="ctr">
              <a:buFont typeface="Arial" panose="020B0604020202020204" pitchFamily="34" charset="0"/>
              <a:buChar char="•"/>
              <a:defRPr sz="20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pic>
        <p:nvPicPr>
          <p:cNvPr id="8" name="Picture Placeholder 13">
            <a:extLst>
              <a:ext uri="{FF2B5EF4-FFF2-40B4-BE49-F238E27FC236}">
                <a16:creationId xmlns:a16="http://schemas.microsoft.com/office/drawing/2014/main" id="{BD017017-3234-8C24-B9FC-80FB1120D156}"/>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Rectangle 10">
            <a:extLst>
              <a:ext uri="{FF2B5EF4-FFF2-40B4-BE49-F238E27FC236}">
                <a16:creationId xmlns:a16="http://schemas.microsoft.com/office/drawing/2014/main" id="{CC226FA8-C264-7189-EEA0-5264009074FF}"/>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6135" y="1124887"/>
            <a:ext cx="4480560" cy="2352356"/>
          </a:xfrm>
        </p:spPr>
        <p:txBody>
          <a:bodyPr anchor="b">
            <a:noAutofit/>
          </a:bodyPr>
          <a:lstStyle>
            <a:lvl1pPr algn="l">
              <a:defRPr sz="36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296135" y="3571197"/>
            <a:ext cx="4476967" cy="2123547"/>
          </a:xfrm>
        </p:spPr>
        <p:txBody>
          <a:bodyPr>
            <a:no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1329545" y="1148037"/>
            <a:ext cx="4365199" cy="4546707"/>
          </a:xfrm>
        </p:spPr>
        <p:txBody>
          <a:bodyPr>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2418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pic>
        <p:nvPicPr>
          <p:cNvPr id="7" name="Picture Placeholder 17">
            <a:extLst>
              <a:ext uri="{FF2B5EF4-FFF2-40B4-BE49-F238E27FC236}">
                <a16:creationId xmlns:a16="http://schemas.microsoft.com/office/drawing/2014/main" id="{28B211FD-99D2-B373-669F-6E0F8E5B336F}"/>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8" name="Rectangle 7">
            <a:extLst>
              <a:ext uri="{FF2B5EF4-FFF2-40B4-BE49-F238E27FC236}">
                <a16:creationId xmlns:a16="http://schemas.microsoft.com/office/drawing/2014/main" id="{C4079EDA-1B98-E3C1-23AD-7FB6F39FE268}"/>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616598" y="995425"/>
            <a:ext cx="8958805" cy="1077230"/>
          </a:xfrm>
        </p:spPr>
        <p:txBody>
          <a:bodyPr anchor="b" anchorCtr="0">
            <a:noAutofit/>
          </a:bodyPr>
          <a:lstStyle>
            <a:lvl1pPr algn="ctr">
              <a:defRPr sz="3600"/>
            </a:lvl1pPr>
          </a:lstStyle>
          <a:p>
            <a:r>
              <a:rPr lang="en-US" dirty="0"/>
              <a:t>Click to add title</a:t>
            </a:r>
          </a:p>
        </p:txBody>
      </p:sp>
      <p:sp>
        <p:nvSpPr>
          <p:cNvPr id="9" name="Content Placeholder 2">
            <a:extLst>
              <a:ext uri="{FF2B5EF4-FFF2-40B4-BE49-F238E27FC236}">
                <a16:creationId xmlns:a16="http://schemas.microsoft.com/office/drawing/2014/main" id="{76BDAEBE-3A0C-BBCD-A1F0-E1F1E07000E1}"/>
              </a:ext>
            </a:extLst>
          </p:cNvPr>
          <p:cNvSpPr>
            <a:spLocks noGrp="1"/>
          </p:cNvSpPr>
          <p:nvPr>
            <p:ph sz="half" idx="14" hasCustomPrompt="1"/>
          </p:nvPr>
        </p:nvSpPr>
        <p:spPr>
          <a:xfrm>
            <a:off x="1616599" y="2257061"/>
            <a:ext cx="8958804" cy="3541853"/>
          </a:xfrm>
        </p:spPr>
        <p:txBody>
          <a:bodyPr>
            <a:normAutofit/>
          </a:bodyPr>
          <a:lstStyle>
            <a:lvl1pPr marL="0" indent="0">
              <a:spcBef>
                <a:spcPts val="1000"/>
              </a:spcBef>
              <a:spcAft>
                <a:spcPts val="10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pic>
        <p:nvPicPr>
          <p:cNvPr id="4" name="Picture Placeholder 5">
            <a:extLst>
              <a:ext uri="{FF2B5EF4-FFF2-40B4-BE49-F238E27FC236}">
                <a16:creationId xmlns:a16="http://schemas.microsoft.com/office/drawing/2014/main" id="{236F3DDC-7FF8-F6A3-16EA-A01E7F79536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524" y="0"/>
            <a:ext cx="12188952" cy="6858000"/>
          </a:xfrm>
          <a:prstGeom prst="rect">
            <a:avLst/>
          </a:prstGeom>
        </p:spPr>
      </p:pic>
      <p:sp>
        <p:nvSpPr>
          <p:cNvPr id="9" name="Title 33">
            <a:extLst>
              <a:ext uri="{FF2B5EF4-FFF2-40B4-BE49-F238E27FC236}">
                <a16:creationId xmlns:a16="http://schemas.microsoft.com/office/drawing/2014/main" id="{E728EBB2-9164-AC06-6682-9505D88F9535}"/>
              </a:ext>
              <a:ext uri="{C183D7F6-B498-43B3-948B-1728B52AA6E4}">
                <adec:decorative xmlns:adec="http://schemas.microsoft.com/office/drawing/2017/decorative" val="1"/>
              </a:ext>
            </a:extLst>
          </p:cNvPr>
          <p:cNvSpPr txBox="1">
            <a:spLocks/>
          </p:cNvSpPr>
          <p:nvPr userDrawn="1"/>
        </p:nvSpPr>
        <p:spPr>
          <a:xfrm>
            <a:off x="915924" y="777240"/>
            <a:ext cx="6115497" cy="5303520"/>
          </a:xfrm>
          <a:prstGeom prst="rect">
            <a:avLst/>
          </a:prstGeom>
          <a:solidFill>
            <a:schemeClr val="bg1">
              <a:alpha val="95000"/>
            </a:schemeClr>
          </a:solidFill>
        </p:spPr>
        <p:txBody>
          <a:bodyPr vert="horz" lIns="91440" tIns="45720" rIns="91440" bIns="4572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416937" y="879674"/>
            <a:ext cx="5377406" cy="2550005"/>
          </a:xfrm>
        </p:spPr>
        <p:txBody>
          <a:bodyPr anchor="b" anchorCtr="0">
            <a:noAutofit/>
          </a:bodyPr>
          <a:lstStyle>
            <a:lvl1pPr>
              <a:defRPr sz="3600"/>
            </a:lvl1pPr>
          </a:lstStyle>
          <a:p>
            <a:r>
              <a:rPr lang="en-US" dirty="0"/>
              <a:t>Click to add title</a:t>
            </a:r>
          </a:p>
        </p:txBody>
      </p:sp>
      <p:sp>
        <p:nvSpPr>
          <p:cNvPr id="13" name="Text Placeholder 12">
            <a:extLst>
              <a:ext uri="{FF2B5EF4-FFF2-40B4-BE49-F238E27FC236}">
                <a16:creationId xmlns:a16="http://schemas.microsoft.com/office/drawing/2014/main" id="{53BA3AA6-E309-C0C7-B2C6-3705384B7067}"/>
              </a:ext>
            </a:extLst>
          </p:cNvPr>
          <p:cNvSpPr>
            <a:spLocks noGrp="1"/>
          </p:cNvSpPr>
          <p:nvPr>
            <p:ph type="body" sz="quarter" idx="13" hasCustomPrompt="1"/>
          </p:nvPr>
        </p:nvSpPr>
        <p:spPr>
          <a:xfrm>
            <a:off x="1417638" y="3576900"/>
            <a:ext cx="4126635" cy="223361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pic>
        <p:nvPicPr>
          <p:cNvPr id="8" name="Picture Placeholder 5">
            <a:extLst>
              <a:ext uri="{FF2B5EF4-FFF2-40B4-BE49-F238E27FC236}">
                <a16:creationId xmlns:a16="http://schemas.microsoft.com/office/drawing/2014/main" id="{540E5FCC-3981-FB51-F0ED-B8BAB5C45A2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3BCE2C9E-7BC3-0EB6-EBE4-26EE33A1F2A3}"/>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269357" y="891251"/>
            <a:ext cx="9653286" cy="1158254"/>
          </a:xfrm>
        </p:spPr>
        <p:txBody>
          <a:bodyPr anchor="b" anchorCtr="0">
            <a:noAutofit/>
          </a:bodyPr>
          <a:lstStyle>
            <a:lvl1pPr algn="ctr">
              <a:defRPr sz="3600"/>
            </a:lvl1pPr>
          </a:lstStyle>
          <a:p>
            <a:r>
              <a:rPr lang="en-US" dirty="0"/>
              <a:t>Click to add title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0" name="Content Placeholder 2">
            <a:extLst>
              <a:ext uri="{FF2B5EF4-FFF2-40B4-BE49-F238E27FC236}">
                <a16:creationId xmlns:a16="http://schemas.microsoft.com/office/drawing/2014/main" id="{ECB36301-48E6-AF64-5055-0CCA79474EAE}"/>
              </a:ext>
            </a:extLst>
          </p:cNvPr>
          <p:cNvSpPr>
            <a:spLocks noGrp="1"/>
          </p:cNvSpPr>
          <p:nvPr>
            <p:ph sz="half" idx="13" hasCustomPrompt="1"/>
          </p:nvPr>
        </p:nvSpPr>
        <p:spPr>
          <a:xfrm>
            <a:off x="1400540" y="2257062"/>
            <a:ext cx="4062711" cy="3541853"/>
          </a:xfrm>
        </p:spPr>
        <p:txBody>
          <a:bodyPr>
            <a:normAutofit/>
          </a:bodyPr>
          <a:lstStyle>
            <a:lvl1pPr marL="0" indent="0">
              <a:spcBef>
                <a:spcPts val="600"/>
              </a:spcBef>
              <a:spcAft>
                <a:spcPts val="6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5F973906-E48D-CA3F-3E96-205D2E688DC5}"/>
              </a:ext>
            </a:extLst>
          </p:cNvPr>
          <p:cNvSpPr>
            <a:spLocks noGrp="1"/>
          </p:cNvSpPr>
          <p:nvPr>
            <p:ph sz="half" idx="14" hasCustomPrompt="1"/>
          </p:nvPr>
        </p:nvSpPr>
        <p:spPr>
          <a:xfrm>
            <a:off x="6588311" y="2257061"/>
            <a:ext cx="4203151" cy="3541853"/>
          </a:xfrm>
        </p:spPr>
        <p:txBody>
          <a:bodyPr>
            <a:normAutofit/>
          </a:bodyPr>
          <a:lstStyle>
            <a:lvl1pPr marL="0" indent="0">
              <a:spcBef>
                <a:spcPts val="600"/>
              </a:spcBef>
              <a:spcAft>
                <a:spcPts val="6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pic>
        <p:nvPicPr>
          <p:cNvPr id="8" name="Picture Placeholder 44">
            <a:extLst>
              <a:ext uri="{FF2B5EF4-FFF2-40B4-BE49-F238E27FC236}">
                <a16:creationId xmlns:a16="http://schemas.microsoft.com/office/drawing/2014/main" id="{07AB38AA-85DC-3DF3-4ED4-B78FB670FFA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8F2DD44F-3200-BF06-94F9-C6A07EAD76B9}"/>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92361" y="777240"/>
            <a:ext cx="10007278" cy="1283843"/>
          </a:xfrm>
        </p:spPr>
        <p:txBody>
          <a:bodyPr anchor="b" anchorCtr="0">
            <a:noAutofit/>
          </a:bodyPr>
          <a:lstStyle>
            <a:lvl1pPr algn="ct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47029" y="2261313"/>
            <a:ext cx="3275746" cy="3653350"/>
          </a:xfrm>
        </p:spPr>
        <p:txBody>
          <a:bodyPr>
            <a:normAutofit/>
          </a:bodyPr>
          <a:lstStyle>
            <a:lvl1pPr marL="0" indent="0">
              <a:lnSpc>
                <a:spcPct val="100000"/>
              </a:lnSpc>
              <a:spcBef>
                <a:spcPts val="1000"/>
              </a:spcBef>
              <a:spcAft>
                <a:spcPts val="600"/>
              </a:spcAft>
              <a:buNone/>
              <a:defRPr sz="1800"/>
            </a:lvl1pPr>
            <a:lvl2pPr marL="228600" indent="0">
              <a:lnSpc>
                <a:spcPct val="100000"/>
              </a:lnSpc>
              <a:spcBef>
                <a:spcPts val="1000"/>
              </a:spcBef>
              <a:spcAft>
                <a:spcPts val="600"/>
              </a:spcAft>
              <a:buNone/>
              <a:defRPr sz="1800"/>
            </a:lvl2pPr>
            <a:lvl3pPr marL="914400" indent="0">
              <a:lnSpc>
                <a:spcPct val="100000"/>
              </a:lnSpc>
              <a:spcBef>
                <a:spcPts val="1000"/>
              </a:spcBef>
              <a:spcAft>
                <a:spcPts val="600"/>
              </a:spcAft>
              <a:buNone/>
              <a:defRPr sz="1800"/>
            </a:lvl3pPr>
            <a:lvl4pPr marL="1143000" indent="0">
              <a:lnSpc>
                <a:spcPct val="100000"/>
              </a:lnSpc>
              <a:spcBef>
                <a:spcPts val="1000"/>
              </a:spcBef>
              <a:spcAft>
                <a:spcPts val="600"/>
              </a:spcAft>
              <a:buNone/>
              <a:defRPr sz="1800"/>
            </a:lvl4pPr>
            <a:lvl5pPr marL="1600200" indent="0">
              <a:lnSpc>
                <a:spcPct val="100000"/>
              </a:lnSpc>
              <a:spcBef>
                <a:spcPts val="1000"/>
              </a:spcBef>
              <a:spcAft>
                <a:spcPts val="600"/>
              </a:spcAft>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0" name="Content Placeholder 2">
            <a:extLst>
              <a:ext uri="{FF2B5EF4-FFF2-40B4-BE49-F238E27FC236}">
                <a16:creationId xmlns:a16="http://schemas.microsoft.com/office/drawing/2014/main" id="{C2AA9CA0-D45C-FE27-D4E4-DD219364E4FB}"/>
              </a:ext>
            </a:extLst>
          </p:cNvPr>
          <p:cNvSpPr>
            <a:spLocks noGrp="1"/>
          </p:cNvSpPr>
          <p:nvPr>
            <p:ph sz="half" idx="13" hasCustomPrompt="1"/>
          </p:nvPr>
        </p:nvSpPr>
        <p:spPr>
          <a:xfrm>
            <a:off x="5150734" y="2261313"/>
            <a:ext cx="5594236" cy="3653350"/>
          </a:xfrm>
        </p:spPr>
        <p:txBody>
          <a:bodyPr>
            <a:normAutofit/>
          </a:bodyPr>
          <a:lstStyle>
            <a:lvl1pPr marL="0" indent="0">
              <a:spcBef>
                <a:spcPts val="600"/>
              </a:spcBef>
              <a:spcAft>
                <a:spcPts val="6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pic>
        <p:nvPicPr>
          <p:cNvPr id="7" name="Picture Placeholder 8">
            <a:extLst>
              <a:ext uri="{FF2B5EF4-FFF2-40B4-BE49-F238E27FC236}">
                <a16:creationId xmlns:a16="http://schemas.microsoft.com/office/drawing/2014/main" id="{F1219773-33FA-E4F9-4EAE-0764613F6213}"/>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2817C37-9292-1CF3-6529-DEF7174273E0}"/>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061275" y="1134320"/>
            <a:ext cx="4803494" cy="1956122"/>
          </a:xfrm>
        </p:spPr>
        <p:txBody>
          <a:bodyPr anchor="b">
            <a:noAutofit/>
          </a:bodyPr>
          <a:lstStyle>
            <a:lvl1pPr algn="l">
              <a:defRPr sz="36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061275" y="3418271"/>
            <a:ext cx="4803494" cy="2305409"/>
          </a:xfrm>
        </p:spPr>
        <p:txBody>
          <a:bodyPr>
            <a:noAutofit/>
          </a:bodyPr>
          <a:lstStyle>
            <a:lvl1pPr marL="0" indent="0" algn="l">
              <a:spcAft>
                <a:spcPts val="1000"/>
              </a:spcAft>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12" name="Picture Placeholder 11">
            <a:extLst>
              <a:ext uri="{FF2B5EF4-FFF2-40B4-BE49-F238E27FC236}">
                <a16:creationId xmlns:a16="http://schemas.microsoft.com/office/drawing/2014/main" id="{E5D7B0DF-23EB-406B-9FAA-0182626A919B}"/>
              </a:ext>
            </a:extLst>
          </p:cNvPr>
          <p:cNvSpPr>
            <a:spLocks noGrp="1"/>
          </p:cNvSpPr>
          <p:nvPr>
            <p:ph type="pic" sz="quarter" idx="13"/>
          </p:nvPr>
        </p:nvSpPr>
        <p:spPr>
          <a:xfrm>
            <a:off x="1308563" y="1146638"/>
            <a:ext cx="4389120" cy="4572000"/>
          </a:xfrm>
        </p:spPr>
        <p:txBody>
          <a:bodyPr>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6372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pic>
        <p:nvPicPr>
          <p:cNvPr id="4" name="Picture Placeholder 64">
            <a:extLst>
              <a:ext uri="{FF2B5EF4-FFF2-40B4-BE49-F238E27FC236}">
                <a16:creationId xmlns:a16="http://schemas.microsoft.com/office/drawing/2014/main" id="{7C62E1FE-8CAE-1FE1-6A91-DFE7F1D87083}"/>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266219"/>
            <a:ext cx="10389243" cy="1424470"/>
          </a:xfrm>
        </p:spPr>
        <p:txBody>
          <a:bodyPr anchor="ctr" anchorCtr="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779325"/>
            <a:ext cx="3490732" cy="4297680"/>
          </a:xfrm>
        </p:spPr>
        <p:txBody>
          <a:bodyPr tIns="274320">
            <a:normAutofit/>
          </a:bodyPr>
          <a:lstStyle>
            <a:lvl1pPr marL="0" indent="0">
              <a:spcBef>
                <a:spcPts val="1000"/>
              </a:spcBef>
              <a:spcAft>
                <a:spcPts val="1000"/>
              </a:spcAft>
              <a:buNone/>
              <a:defRPr sz="1800"/>
            </a:lvl1pPr>
            <a:lvl2pPr marL="228600" indent="0">
              <a:spcBef>
                <a:spcPts val="1000"/>
              </a:spcBef>
              <a:spcAft>
                <a:spcPts val="1000"/>
              </a:spcAft>
              <a:buNone/>
              <a:defRPr sz="1800"/>
            </a:lvl2pPr>
            <a:lvl3pPr marL="685800" indent="0">
              <a:spcBef>
                <a:spcPts val="1000"/>
              </a:spcBef>
              <a:spcAft>
                <a:spcPts val="1000"/>
              </a:spcAft>
              <a:buNone/>
              <a:defRPr sz="1800"/>
            </a:lvl3pPr>
            <a:lvl4pPr marL="1143000" indent="0">
              <a:spcBef>
                <a:spcPts val="1000"/>
              </a:spcBef>
              <a:spcAft>
                <a:spcPts val="1000"/>
              </a:spcAft>
              <a:buNone/>
              <a:defRPr sz="1800"/>
            </a:lvl4pPr>
            <a:lvl5pPr marL="1600200" indent="0">
              <a:spcBef>
                <a:spcPts val="1000"/>
              </a:spcBef>
              <a:spcAft>
                <a:spcPts val="1000"/>
              </a:spcAft>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502552" y="1779325"/>
            <a:ext cx="6724891" cy="4297680"/>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3">
    <p:spTree>
      <p:nvGrpSpPr>
        <p:cNvPr id="1" name=""/>
        <p:cNvGrpSpPr/>
        <p:nvPr/>
      </p:nvGrpSpPr>
      <p:grpSpPr>
        <a:xfrm>
          <a:off x="0" y="0"/>
          <a:ext cx="0" cy="0"/>
          <a:chOff x="0" y="0"/>
          <a:chExt cx="0" cy="0"/>
        </a:xfrm>
      </p:grpSpPr>
      <p:pic>
        <p:nvPicPr>
          <p:cNvPr id="8" name="Picture Placeholder 17">
            <a:extLst>
              <a:ext uri="{FF2B5EF4-FFF2-40B4-BE49-F238E27FC236}">
                <a16:creationId xmlns:a16="http://schemas.microsoft.com/office/drawing/2014/main" id="{32B61A96-5F36-8895-B920-FC12FD76DC53}"/>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9" name="Rectangle 8">
            <a:extLst>
              <a:ext uri="{FF2B5EF4-FFF2-40B4-BE49-F238E27FC236}">
                <a16:creationId xmlns:a16="http://schemas.microsoft.com/office/drawing/2014/main" id="{8774BC39-6D56-474E-28BE-99260516AB0C}"/>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73070" y="914400"/>
            <a:ext cx="10045861" cy="1146680"/>
          </a:xfrm>
        </p:spPr>
        <p:txBody>
          <a:bodyPr anchor="b" anchorCtr="0">
            <a:noAutofit/>
          </a:bodyPr>
          <a:lstStyle>
            <a:lvl1pPr algn="ct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23687" y="2288614"/>
            <a:ext cx="5382228" cy="3475578"/>
          </a:xfrm>
        </p:spPr>
        <p:txBody>
          <a:bodyPr>
            <a:normAutofit/>
          </a:bodyPr>
          <a:lstStyle>
            <a:lvl1pPr marL="0" indent="0">
              <a:spcBef>
                <a:spcPts val="1000"/>
              </a:spcBef>
              <a:spcAft>
                <a:spcPts val="0"/>
              </a:spcAft>
              <a:buNone/>
              <a:defRPr sz="1800"/>
            </a:lvl1pPr>
            <a:lvl2pPr marL="685800">
              <a:spcBef>
                <a:spcPts val="600"/>
              </a:spcBef>
              <a:spcAft>
                <a:spcPts val="600"/>
              </a:spcAft>
              <a:defRPr sz="1800"/>
            </a:lvl2pPr>
            <a:lvl3pPr marL="1143000">
              <a:spcBef>
                <a:spcPts val="600"/>
              </a:spcBef>
              <a:spcAft>
                <a:spcPts val="600"/>
              </a:spcAft>
              <a:defRPr sz="1800"/>
            </a:lvl3pPr>
            <a:lvl4pPr marL="1600200">
              <a:spcBef>
                <a:spcPts val="600"/>
              </a:spcBef>
              <a:spcAft>
                <a:spcPts val="600"/>
              </a:spcAft>
              <a:defRPr sz="1800"/>
            </a:lvl4pPr>
            <a:lvl5pPr marL="20574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451790" y="2288614"/>
            <a:ext cx="3108960" cy="3475578"/>
          </a:xfrm>
        </p:spPr>
        <p:txBody>
          <a:bodyPr tIns="91440">
            <a:normAutofit/>
          </a:bodyPr>
          <a:lstStyle>
            <a:lvl1pPr marL="0" indent="0">
              <a:lnSpc>
                <a:spcPct val="150000"/>
              </a:lnSpc>
              <a:spcBef>
                <a:spcPts val="1000"/>
              </a:spcBef>
              <a:spcAft>
                <a:spcPts val="600"/>
              </a:spcAft>
              <a:buNone/>
              <a:defRPr sz="1800"/>
            </a:lvl1pPr>
            <a:lvl2pPr marL="228600" indent="0">
              <a:lnSpc>
                <a:spcPct val="100000"/>
              </a:lnSpc>
              <a:spcBef>
                <a:spcPts val="1000"/>
              </a:spcBef>
              <a:spcAft>
                <a:spcPts val="600"/>
              </a:spcAft>
              <a:buNone/>
              <a:defRPr sz="1800"/>
            </a:lvl2pPr>
            <a:lvl3pPr marL="685800" indent="0">
              <a:lnSpc>
                <a:spcPct val="100000"/>
              </a:lnSpc>
              <a:spcBef>
                <a:spcPts val="1000"/>
              </a:spcBef>
              <a:spcAft>
                <a:spcPts val="600"/>
              </a:spcAft>
              <a:buNone/>
              <a:defRPr sz="1800"/>
            </a:lvl3pPr>
            <a:lvl4pPr marL="1143000" indent="0">
              <a:lnSpc>
                <a:spcPct val="100000"/>
              </a:lnSpc>
              <a:spcBef>
                <a:spcPts val="1000"/>
              </a:spcBef>
              <a:spcAft>
                <a:spcPts val="600"/>
              </a:spcAft>
              <a:buNone/>
              <a:defRPr sz="1800"/>
            </a:lvl4pPr>
            <a:lvl5pPr marL="1600200" indent="0">
              <a:lnSpc>
                <a:spcPct val="100000"/>
              </a:lnSpc>
              <a:spcBef>
                <a:spcPts val="1000"/>
              </a:spcBef>
              <a:spcAft>
                <a:spcPts val="600"/>
              </a:spcAft>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Picture Placeholder 64">
            <a:extLst>
              <a:ext uri="{FF2B5EF4-FFF2-40B4-BE49-F238E27FC236}">
                <a16:creationId xmlns:a16="http://schemas.microsoft.com/office/drawing/2014/main" id="{55E792AE-CF37-9DD8-2703-49480775F029}"/>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133629"/>
            <a:ext cx="10515600" cy="1325563"/>
          </a:xfrm>
        </p:spPr>
        <p:txBody>
          <a:bodyPr anchor="b" anchorCtr="0">
            <a:noAutofit/>
          </a:bodyPr>
          <a:lstStyle>
            <a:lvl1pPr>
              <a:defRPr sz="36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914400" y="1779325"/>
            <a:ext cx="10361676" cy="4297680"/>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11/23/2025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Placeholder 13">
            <a:extLst>
              <a:ext uri="{FF2B5EF4-FFF2-40B4-BE49-F238E27FC236}">
                <a16:creationId xmlns:a16="http://schemas.microsoft.com/office/drawing/2014/main" id="{A1BB4149-7987-3EF4-952D-2271B4DD8AB1}"/>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07B335AD-7A4B-841B-52BC-8FF32D99D749}"/>
              </a:ext>
              <a:ext uri="{C183D7F6-B498-43B3-948B-1728B52AA6E4}">
                <adec:decorative xmlns:adec="http://schemas.microsoft.com/office/drawing/2017/decorative" val="1"/>
              </a:ext>
            </a:extLst>
          </p:cNvPr>
          <p:cNvSpPr/>
          <p:nvPr userDrawn="1"/>
        </p:nvSpPr>
        <p:spPr>
          <a:xfrm>
            <a:off x="3799368" y="0"/>
            <a:ext cx="4593265"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4143375" y="92597"/>
            <a:ext cx="3905250" cy="3032567"/>
          </a:xfrm>
        </p:spPr>
        <p:txBody>
          <a:bodyPr anchor="b">
            <a:noAutofit/>
          </a:bodyPr>
          <a:lstStyle>
            <a:lvl1pPr algn="ctr">
              <a:defRPr/>
            </a:lvl1pPr>
          </a:lstStyle>
          <a:p>
            <a:r>
              <a:rPr lang="en-US" dirty="0"/>
              <a:t>Click to add title</a:t>
            </a:r>
          </a:p>
        </p:txBody>
      </p:sp>
      <p:sp>
        <p:nvSpPr>
          <p:cNvPr id="10" name="Text Placeholder 9">
            <a:extLst>
              <a:ext uri="{FF2B5EF4-FFF2-40B4-BE49-F238E27FC236}">
                <a16:creationId xmlns:a16="http://schemas.microsoft.com/office/drawing/2014/main" id="{A13E19FD-68BB-0F8D-21CF-9E48B806073F}"/>
              </a:ext>
            </a:extLst>
          </p:cNvPr>
          <p:cNvSpPr>
            <a:spLocks noGrp="1"/>
          </p:cNvSpPr>
          <p:nvPr>
            <p:ph type="body" sz="quarter" idx="10" hasCustomPrompt="1"/>
          </p:nvPr>
        </p:nvSpPr>
        <p:spPr>
          <a:xfrm>
            <a:off x="4143375" y="4004321"/>
            <a:ext cx="3905250" cy="2743200"/>
          </a:xfrm>
        </p:spPr>
        <p:txBody>
          <a:bodyPr>
            <a:normAutofit/>
          </a:bodyPr>
          <a:lstStyle>
            <a:lvl1pPr marL="0" indent="0" algn="ctr">
              <a:buNone/>
              <a:defRPr sz="18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11/23/2025</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9" r:id="rId4"/>
    <p:sldLayoutId id="2147483650" r:id="rId5"/>
    <p:sldLayoutId id="2147483652" r:id="rId6"/>
    <p:sldLayoutId id="2147483662" r:id="rId7"/>
    <p:sldLayoutId id="2147483663" r:id="rId8"/>
    <p:sldLayoutId id="2147483649" r:id="rId9"/>
    <p:sldLayoutId id="2147483666" r:id="rId10"/>
    <p:sldLayoutId id="2147483664" r:id="rId11"/>
    <p:sldLayoutId id="2147483665"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18" Type="http://schemas.openxmlformats.org/officeDocument/2006/relationships/diagramLayout" Target="../diagrams/layout4.xml"/><Relationship Id="rId26" Type="http://schemas.microsoft.com/office/2007/relationships/diagramDrawing" Target="../diagrams/drawing5.xml"/><Relationship Id="rId3" Type="http://schemas.openxmlformats.org/officeDocument/2006/relationships/diagramLayout" Target="../diagrams/layout1.xml"/><Relationship Id="rId21" Type="http://schemas.microsoft.com/office/2007/relationships/diagramDrawing" Target="../diagrams/drawing4.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diagramData" Target="../diagrams/data4.xml"/><Relationship Id="rId25" Type="http://schemas.openxmlformats.org/officeDocument/2006/relationships/diagramColors" Target="../diagrams/colors5.xml"/><Relationship Id="rId2" Type="http://schemas.openxmlformats.org/officeDocument/2006/relationships/diagramData" Target="../diagrams/data1.xml"/><Relationship Id="rId16" Type="http://schemas.microsoft.com/office/2007/relationships/diagramDrawing" Target="../diagrams/drawing3.xml"/><Relationship Id="rId20" Type="http://schemas.openxmlformats.org/officeDocument/2006/relationships/diagramColors" Target="../diagrams/colors4.xml"/><Relationship Id="rId29" Type="http://schemas.openxmlformats.org/officeDocument/2006/relationships/diagramQuickStyle" Target="../diagrams/quickStyle6.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24" Type="http://schemas.openxmlformats.org/officeDocument/2006/relationships/diagramQuickStyle" Target="../diagrams/quickStyle5.xml"/><Relationship Id="rId5" Type="http://schemas.openxmlformats.org/officeDocument/2006/relationships/diagramColors" Target="../diagrams/colors1.xml"/><Relationship Id="rId15" Type="http://schemas.openxmlformats.org/officeDocument/2006/relationships/diagramColors" Target="../diagrams/colors3.xml"/><Relationship Id="rId23" Type="http://schemas.openxmlformats.org/officeDocument/2006/relationships/diagramLayout" Target="../diagrams/layout5.xml"/><Relationship Id="rId28" Type="http://schemas.openxmlformats.org/officeDocument/2006/relationships/diagramLayout" Target="../diagrams/layout6.xml"/><Relationship Id="rId10" Type="http://schemas.openxmlformats.org/officeDocument/2006/relationships/diagramColors" Target="../diagrams/colors2.xml"/><Relationship Id="rId19" Type="http://schemas.openxmlformats.org/officeDocument/2006/relationships/diagramQuickStyle" Target="../diagrams/quickStyle4.xml"/><Relationship Id="rId31" Type="http://schemas.microsoft.com/office/2007/relationships/diagramDrawing" Target="../diagrams/drawing6.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 Id="rId22" Type="http://schemas.openxmlformats.org/officeDocument/2006/relationships/diagramData" Target="../diagrams/data5.xml"/><Relationship Id="rId27" Type="http://schemas.openxmlformats.org/officeDocument/2006/relationships/diagramData" Target="../diagrams/data6.xml"/><Relationship Id="rId30" Type="http://schemas.openxmlformats.org/officeDocument/2006/relationships/diagramColors" Target="../diagrams/colors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1524000" y="2286000"/>
            <a:ext cx="9144000" cy="2286000"/>
          </a:xfrm>
          <a:noFill/>
        </p:spPr>
        <p:txBody>
          <a:bodyPr>
            <a:noAutofit/>
          </a:bodyPr>
          <a:lstStyle/>
          <a:p>
            <a:r>
              <a:rPr lang="en-US" dirty="0"/>
              <a:t>My Daily VSM Map</a:t>
            </a:r>
            <a:br>
              <a:rPr lang="en-US" dirty="0"/>
            </a:br>
            <a:r>
              <a:rPr lang="en-US" sz="3600" dirty="0" err="1"/>
              <a:t>Juedeja</a:t>
            </a:r>
            <a:r>
              <a:rPr lang="en-US" sz="3600" dirty="0"/>
              <a:t> Richard</a:t>
            </a:r>
            <a:br>
              <a:rPr lang="en-US" sz="3600" dirty="0"/>
            </a:br>
            <a:r>
              <a:rPr lang="en-US" sz="3600" dirty="0"/>
              <a:t>Module 5.2</a:t>
            </a:r>
          </a:p>
        </p:txBody>
      </p:sp>
    </p:spTree>
    <p:extLst>
      <p:ext uri="{BB962C8B-B14F-4D97-AF65-F5344CB8AC3E}">
        <p14:creationId xmlns:p14="http://schemas.microsoft.com/office/powerpoint/2010/main" val="2083028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6551718-EE1A-BE36-C13D-4788412036FB}"/>
              </a:ext>
            </a:extLst>
          </p:cNvPr>
          <p:cNvSpPr>
            <a:spLocks noGrp="1" noRot="1" noMove="1" noResize="1" noEditPoints="1" noAdjustHandles="1" noChangeArrowheads="1" noChangeShapeType="1"/>
          </p:cNvSpPr>
          <p:nvPr/>
        </p:nvSpPr>
        <p:spPr>
          <a:xfrm>
            <a:off x="9959925" y="872201"/>
            <a:ext cx="1617945" cy="5767750"/>
          </a:xfrm>
          <a:prstGeom prst="rect">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746C77D-19A6-3775-B36F-49FD7E7491A5}"/>
              </a:ext>
            </a:extLst>
          </p:cNvPr>
          <p:cNvSpPr>
            <a:spLocks noGrp="1" noRot="1" noMove="1" noResize="1" noEditPoints="1" noAdjustHandles="1" noChangeArrowheads="1" noChangeShapeType="1"/>
          </p:cNvSpPr>
          <p:nvPr/>
        </p:nvSpPr>
        <p:spPr>
          <a:xfrm>
            <a:off x="8049693" y="872201"/>
            <a:ext cx="1694770" cy="576775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556EFC9-8157-F1EA-F231-444FD7E077DB}"/>
              </a:ext>
            </a:extLst>
          </p:cNvPr>
          <p:cNvSpPr>
            <a:spLocks noGrp="1" noRot="1" noMove="1" noResize="1" noEditPoints="1" noAdjustHandles="1" noChangeArrowheads="1" noChangeShapeType="1"/>
          </p:cNvSpPr>
          <p:nvPr/>
        </p:nvSpPr>
        <p:spPr>
          <a:xfrm>
            <a:off x="6412331" y="872201"/>
            <a:ext cx="1524355" cy="576775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C9203A-DA3A-C6F6-B9E3-58B143B114A3}"/>
              </a:ext>
            </a:extLst>
          </p:cNvPr>
          <p:cNvSpPr>
            <a:spLocks noGrp="1" noRot="1" noMove="1" noResize="1" noEditPoints="1" noAdjustHandles="1" noChangeArrowheads="1" noChangeShapeType="1"/>
          </p:cNvSpPr>
          <p:nvPr/>
        </p:nvSpPr>
        <p:spPr>
          <a:xfrm>
            <a:off x="4634816" y="872201"/>
            <a:ext cx="1674732" cy="576775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83E8257-CC2A-C2AB-68EF-947F64F265FA}"/>
              </a:ext>
            </a:extLst>
          </p:cNvPr>
          <p:cNvSpPr>
            <a:spLocks noGrp="1" noRot="1" noMove="1" noResize="1" noEditPoints="1" noAdjustHandles="1" noChangeArrowheads="1" noChangeShapeType="1"/>
          </p:cNvSpPr>
          <p:nvPr/>
        </p:nvSpPr>
        <p:spPr>
          <a:xfrm>
            <a:off x="2830181" y="872201"/>
            <a:ext cx="1644647" cy="5767750"/>
          </a:xfrm>
          <a:prstGeom prst="rect">
            <a:avLst/>
          </a:prstGeom>
          <a:solidFill>
            <a:schemeClr val="accent1">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1D2A8D0-7914-F0EE-844B-84E854B386B3}"/>
              </a:ext>
            </a:extLst>
          </p:cNvPr>
          <p:cNvSpPr>
            <a:spLocks noGrp="1" noRot="1" noMove="1" noResize="1" noEditPoints="1" noAdjustHandles="1" noChangeArrowheads="1" noChangeShapeType="1"/>
          </p:cNvSpPr>
          <p:nvPr/>
        </p:nvSpPr>
        <p:spPr>
          <a:xfrm>
            <a:off x="678211" y="872201"/>
            <a:ext cx="1983332" cy="57677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782467" y="0"/>
            <a:ext cx="10389243" cy="1046254"/>
          </a:xfrm>
        </p:spPr>
        <p:txBody>
          <a:bodyPr vert="horz" lIns="91440" tIns="45720" rIns="91440" bIns="45720" rtlCol="0" anchor="ctr" anchorCtr="0">
            <a:normAutofit/>
          </a:bodyPr>
          <a:lstStyle/>
          <a:p>
            <a:pPr algn="ctr"/>
            <a:r>
              <a:rPr lang="en-US" kern="1200" dirty="0">
                <a:latin typeface="+mj-lt"/>
                <a:ea typeface="+mj-ea"/>
                <a:cs typeface="+mj-cs"/>
              </a:rPr>
              <a:t>Daily Map</a:t>
            </a:r>
          </a:p>
        </p:txBody>
      </p:sp>
      <p:graphicFrame>
        <p:nvGraphicFramePr>
          <p:cNvPr id="10" name="TextBox 5">
            <a:extLst>
              <a:ext uri="{FF2B5EF4-FFF2-40B4-BE49-F238E27FC236}">
                <a16:creationId xmlns:a16="http://schemas.microsoft.com/office/drawing/2014/main" id="{EC4FABEA-F927-121B-442A-AB9628E48179}"/>
              </a:ext>
            </a:extLst>
          </p:cNvPr>
          <p:cNvGraphicFramePr/>
          <p:nvPr>
            <p:extLst>
              <p:ext uri="{D42A27DB-BD31-4B8C-83A1-F6EECF244321}">
                <p14:modId xmlns:p14="http://schemas.microsoft.com/office/powerpoint/2010/main" val="4013649649"/>
              </p:ext>
            </p:extLst>
          </p:nvPr>
        </p:nvGraphicFramePr>
        <p:xfrm>
          <a:off x="-1673165" y="1195754"/>
          <a:ext cx="6724891" cy="4297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3" name="TextBox 5">
            <a:extLst>
              <a:ext uri="{FF2B5EF4-FFF2-40B4-BE49-F238E27FC236}">
                <a16:creationId xmlns:a16="http://schemas.microsoft.com/office/drawing/2014/main" id="{C988E772-90AF-C9E1-BE56-554832C598A4}"/>
              </a:ext>
            </a:extLst>
          </p:cNvPr>
          <p:cNvGraphicFramePr/>
          <p:nvPr>
            <p:extLst>
              <p:ext uri="{D42A27DB-BD31-4B8C-83A1-F6EECF244321}">
                <p14:modId xmlns:p14="http://schemas.microsoft.com/office/powerpoint/2010/main" val="2123138397"/>
              </p:ext>
            </p:extLst>
          </p:nvPr>
        </p:nvGraphicFramePr>
        <p:xfrm>
          <a:off x="2666563" y="1172114"/>
          <a:ext cx="1983332" cy="429768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4" name="TextBox 5">
            <a:extLst>
              <a:ext uri="{FF2B5EF4-FFF2-40B4-BE49-F238E27FC236}">
                <a16:creationId xmlns:a16="http://schemas.microsoft.com/office/drawing/2014/main" id="{58033B8E-CBC1-39C7-A41A-BD53147ECE70}"/>
              </a:ext>
            </a:extLst>
          </p:cNvPr>
          <p:cNvGraphicFramePr/>
          <p:nvPr>
            <p:extLst>
              <p:ext uri="{D42A27DB-BD31-4B8C-83A1-F6EECF244321}">
                <p14:modId xmlns:p14="http://schemas.microsoft.com/office/powerpoint/2010/main" val="3145043074"/>
              </p:ext>
            </p:extLst>
          </p:nvPr>
        </p:nvGraphicFramePr>
        <p:xfrm>
          <a:off x="4039551" y="1172114"/>
          <a:ext cx="2800772" cy="429768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6" name="TextBox 5">
            <a:extLst>
              <a:ext uri="{FF2B5EF4-FFF2-40B4-BE49-F238E27FC236}">
                <a16:creationId xmlns:a16="http://schemas.microsoft.com/office/drawing/2014/main" id="{E8D738C2-94BF-DDF4-AF68-86394186F692}"/>
              </a:ext>
            </a:extLst>
          </p:cNvPr>
          <p:cNvGraphicFramePr/>
          <p:nvPr>
            <p:extLst>
              <p:ext uri="{D42A27DB-BD31-4B8C-83A1-F6EECF244321}">
                <p14:modId xmlns:p14="http://schemas.microsoft.com/office/powerpoint/2010/main" val="873186521"/>
              </p:ext>
            </p:extLst>
          </p:nvPr>
        </p:nvGraphicFramePr>
        <p:xfrm>
          <a:off x="6323326" y="1161768"/>
          <a:ext cx="1774819" cy="480818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17" name="TextBox 5">
            <a:extLst>
              <a:ext uri="{FF2B5EF4-FFF2-40B4-BE49-F238E27FC236}">
                <a16:creationId xmlns:a16="http://schemas.microsoft.com/office/drawing/2014/main" id="{CC43747E-7EF8-E1F9-D015-F30EACFB0CBF}"/>
              </a:ext>
            </a:extLst>
          </p:cNvPr>
          <p:cNvGraphicFramePr/>
          <p:nvPr>
            <p:extLst>
              <p:ext uri="{D42A27DB-BD31-4B8C-83A1-F6EECF244321}">
                <p14:modId xmlns:p14="http://schemas.microsoft.com/office/powerpoint/2010/main" val="3713246517"/>
              </p:ext>
            </p:extLst>
          </p:nvPr>
        </p:nvGraphicFramePr>
        <p:xfrm>
          <a:off x="7405912" y="1165830"/>
          <a:ext cx="3048063" cy="429768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18" name="TextBox 5">
            <a:extLst>
              <a:ext uri="{FF2B5EF4-FFF2-40B4-BE49-F238E27FC236}">
                <a16:creationId xmlns:a16="http://schemas.microsoft.com/office/drawing/2014/main" id="{B74A1CE2-90EC-44F1-5757-2FB85FC21628}"/>
              </a:ext>
            </a:extLst>
          </p:cNvPr>
          <p:cNvGraphicFramePr/>
          <p:nvPr>
            <p:extLst>
              <p:ext uri="{D42A27DB-BD31-4B8C-83A1-F6EECF244321}">
                <p14:modId xmlns:p14="http://schemas.microsoft.com/office/powerpoint/2010/main" val="4090312168"/>
              </p:ext>
            </p:extLst>
          </p:nvPr>
        </p:nvGraphicFramePr>
        <p:xfrm>
          <a:off x="10092338" y="1172114"/>
          <a:ext cx="1355218" cy="3301412"/>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21" name="TextBox 20">
            <a:extLst>
              <a:ext uri="{FF2B5EF4-FFF2-40B4-BE49-F238E27FC236}">
                <a16:creationId xmlns:a16="http://schemas.microsoft.com/office/drawing/2014/main" id="{58729841-EDA8-83E1-AA3D-C9F0484C495F}"/>
              </a:ext>
            </a:extLst>
          </p:cNvPr>
          <p:cNvSpPr txBox="1"/>
          <p:nvPr/>
        </p:nvSpPr>
        <p:spPr>
          <a:xfrm>
            <a:off x="673191" y="6083665"/>
            <a:ext cx="1774819" cy="369332"/>
          </a:xfrm>
          <a:prstGeom prst="rect">
            <a:avLst/>
          </a:prstGeom>
          <a:noFill/>
        </p:spPr>
        <p:txBody>
          <a:bodyPr wrap="square" rtlCol="0">
            <a:spAutoFit/>
          </a:bodyPr>
          <a:lstStyle/>
          <a:p>
            <a:pPr algn="ctr"/>
            <a:r>
              <a:rPr lang="en-US" b="1" dirty="0"/>
              <a:t>Prepping</a:t>
            </a:r>
          </a:p>
        </p:txBody>
      </p:sp>
      <p:sp>
        <p:nvSpPr>
          <p:cNvPr id="27" name="TextBox 26">
            <a:extLst>
              <a:ext uri="{FF2B5EF4-FFF2-40B4-BE49-F238E27FC236}">
                <a16:creationId xmlns:a16="http://schemas.microsoft.com/office/drawing/2014/main" id="{DE312486-EE1D-F0E8-91FD-A78DB378CA45}"/>
              </a:ext>
            </a:extLst>
          </p:cNvPr>
          <p:cNvSpPr txBox="1"/>
          <p:nvPr/>
        </p:nvSpPr>
        <p:spPr>
          <a:xfrm>
            <a:off x="2999684" y="6083665"/>
            <a:ext cx="1227315" cy="369332"/>
          </a:xfrm>
          <a:prstGeom prst="rect">
            <a:avLst/>
          </a:prstGeom>
          <a:noFill/>
        </p:spPr>
        <p:txBody>
          <a:bodyPr wrap="square" rtlCol="0">
            <a:spAutoFit/>
          </a:bodyPr>
          <a:lstStyle/>
          <a:p>
            <a:pPr algn="ctr"/>
            <a:r>
              <a:rPr lang="en-US" b="1" dirty="0"/>
              <a:t>Dressing</a:t>
            </a:r>
          </a:p>
        </p:txBody>
      </p:sp>
      <p:sp>
        <p:nvSpPr>
          <p:cNvPr id="28" name="TextBox 27">
            <a:extLst>
              <a:ext uri="{FF2B5EF4-FFF2-40B4-BE49-F238E27FC236}">
                <a16:creationId xmlns:a16="http://schemas.microsoft.com/office/drawing/2014/main" id="{BA96F615-ABD0-6E55-F7D5-7941286D679D}"/>
              </a:ext>
            </a:extLst>
          </p:cNvPr>
          <p:cNvSpPr txBox="1"/>
          <p:nvPr/>
        </p:nvSpPr>
        <p:spPr>
          <a:xfrm>
            <a:off x="4701875" y="6083665"/>
            <a:ext cx="1385390" cy="369332"/>
          </a:xfrm>
          <a:prstGeom prst="rect">
            <a:avLst/>
          </a:prstGeom>
          <a:noFill/>
        </p:spPr>
        <p:txBody>
          <a:bodyPr wrap="square" rtlCol="0">
            <a:spAutoFit/>
          </a:bodyPr>
          <a:lstStyle/>
          <a:p>
            <a:pPr algn="ctr"/>
            <a:r>
              <a:rPr lang="en-US" b="1" dirty="0"/>
              <a:t>Traveling</a:t>
            </a:r>
          </a:p>
        </p:txBody>
      </p:sp>
      <p:sp>
        <p:nvSpPr>
          <p:cNvPr id="29" name="TextBox 28">
            <a:extLst>
              <a:ext uri="{FF2B5EF4-FFF2-40B4-BE49-F238E27FC236}">
                <a16:creationId xmlns:a16="http://schemas.microsoft.com/office/drawing/2014/main" id="{AC9AC180-7101-9894-2BDD-05D9CDA61BDB}"/>
              </a:ext>
            </a:extLst>
          </p:cNvPr>
          <p:cNvSpPr txBox="1"/>
          <p:nvPr/>
        </p:nvSpPr>
        <p:spPr>
          <a:xfrm>
            <a:off x="6637878" y="6120284"/>
            <a:ext cx="1138008" cy="369332"/>
          </a:xfrm>
          <a:prstGeom prst="rect">
            <a:avLst/>
          </a:prstGeom>
          <a:noFill/>
        </p:spPr>
        <p:txBody>
          <a:bodyPr wrap="square" rtlCol="0">
            <a:spAutoFit/>
          </a:bodyPr>
          <a:lstStyle/>
          <a:p>
            <a:r>
              <a:rPr lang="en-US" b="1" dirty="0"/>
              <a:t>Working</a:t>
            </a:r>
          </a:p>
        </p:txBody>
      </p:sp>
      <p:sp>
        <p:nvSpPr>
          <p:cNvPr id="30" name="TextBox 29">
            <a:extLst>
              <a:ext uri="{FF2B5EF4-FFF2-40B4-BE49-F238E27FC236}">
                <a16:creationId xmlns:a16="http://schemas.microsoft.com/office/drawing/2014/main" id="{336FE0C4-F579-0EAB-12D6-9A05B9E14E96}"/>
              </a:ext>
            </a:extLst>
          </p:cNvPr>
          <p:cNvSpPr txBox="1"/>
          <p:nvPr/>
        </p:nvSpPr>
        <p:spPr>
          <a:xfrm>
            <a:off x="8152149" y="6000042"/>
            <a:ext cx="1486728" cy="646331"/>
          </a:xfrm>
          <a:prstGeom prst="rect">
            <a:avLst/>
          </a:prstGeom>
          <a:noFill/>
        </p:spPr>
        <p:txBody>
          <a:bodyPr wrap="square" rtlCol="0">
            <a:spAutoFit/>
          </a:bodyPr>
          <a:lstStyle/>
          <a:p>
            <a:pPr algn="ctr"/>
            <a:r>
              <a:rPr lang="en-US" b="1" dirty="0"/>
              <a:t>Home Working</a:t>
            </a:r>
          </a:p>
        </p:txBody>
      </p:sp>
      <p:sp>
        <p:nvSpPr>
          <p:cNvPr id="31" name="TextBox 30">
            <a:extLst>
              <a:ext uri="{FF2B5EF4-FFF2-40B4-BE49-F238E27FC236}">
                <a16:creationId xmlns:a16="http://schemas.microsoft.com/office/drawing/2014/main" id="{E07425B1-919D-B70E-B119-0573EFEE4FC9}"/>
              </a:ext>
            </a:extLst>
          </p:cNvPr>
          <p:cNvSpPr txBox="1">
            <a:spLocks/>
          </p:cNvSpPr>
          <p:nvPr/>
        </p:nvSpPr>
        <p:spPr>
          <a:xfrm>
            <a:off x="10026132" y="6090087"/>
            <a:ext cx="1355218" cy="369332"/>
          </a:xfrm>
          <a:prstGeom prst="rect">
            <a:avLst/>
          </a:prstGeom>
          <a:noFill/>
        </p:spPr>
        <p:txBody>
          <a:bodyPr wrap="square" rtlCol="0">
            <a:spAutoFit/>
          </a:bodyPr>
          <a:lstStyle/>
          <a:p>
            <a:pPr algn="ctr"/>
            <a:r>
              <a:rPr lang="en-US" b="1" dirty="0"/>
              <a:t>Relaxing</a:t>
            </a:r>
          </a:p>
        </p:txBody>
      </p:sp>
    </p:spTree>
    <p:extLst>
      <p:ext uri="{BB962C8B-B14F-4D97-AF65-F5344CB8AC3E}">
        <p14:creationId xmlns:p14="http://schemas.microsoft.com/office/powerpoint/2010/main" val="2070817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616598" y="995425"/>
            <a:ext cx="8958805" cy="1077230"/>
          </a:xfrm>
          <a:noFill/>
        </p:spPr>
        <p:txBody>
          <a:bodyPr/>
          <a:lstStyle/>
          <a:p>
            <a:r>
              <a:rPr lang="en-US" dirty="0"/>
              <a:t>Lean Metrics</a:t>
            </a:r>
          </a:p>
        </p:txBody>
      </p:sp>
      <p:graphicFrame>
        <p:nvGraphicFramePr>
          <p:cNvPr id="6" name="Content Placeholder 5">
            <a:extLst>
              <a:ext uri="{FF2B5EF4-FFF2-40B4-BE49-F238E27FC236}">
                <a16:creationId xmlns:a16="http://schemas.microsoft.com/office/drawing/2014/main" id="{75A6D10E-8780-CF33-8555-F296DBA6ABD0}"/>
              </a:ext>
            </a:extLst>
          </p:cNvPr>
          <p:cNvGraphicFramePr>
            <a:graphicFrameLocks noGrp="1"/>
          </p:cNvGraphicFramePr>
          <p:nvPr>
            <p:ph sz="half" idx="14"/>
            <p:extLst>
              <p:ext uri="{D42A27DB-BD31-4B8C-83A1-F6EECF244321}">
                <p14:modId xmlns:p14="http://schemas.microsoft.com/office/powerpoint/2010/main" val="555911866"/>
              </p:ext>
            </p:extLst>
          </p:nvPr>
        </p:nvGraphicFramePr>
        <p:xfrm>
          <a:off x="1707923" y="2300968"/>
          <a:ext cx="8776154" cy="2595880"/>
        </p:xfrm>
        <a:graphic>
          <a:graphicData uri="http://schemas.openxmlformats.org/drawingml/2006/table">
            <a:tbl>
              <a:tblPr firstRow="1" bandRow="1">
                <a:tableStyleId>{912C8C85-51F0-491E-9774-3900AFEF0FD7}</a:tableStyleId>
              </a:tblPr>
              <a:tblGrid>
                <a:gridCol w="4388077">
                  <a:extLst>
                    <a:ext uri="{9D8B030D-6E8A-4147-A177-3AD203B41FA5}">
                      <a16:colId xmlns:a16="http://schemas.microsoft.com/office/drawing/2014/main" val="3668766132"/>
                    </a:ext>
                  </a:extLst>
                </a:gridCol>
                <a:gridCol w="4388077">
                  <a:extLst>
                    <a:ext uri="{9D8B030D-6E8A-4147-A177-3AD203B41FA5}">
                      <a16:colId xmlns:a16="http://schemas.microsoft.com/office/drawing/2014/main" val="1521849572"/>
                    </a:ext>
                  </a:extLst>
                </a:gridCol>
              </a:tblGrid>
              <a:tr h="370840">
                <a:tc gridSpan="2">
                  <a:txBody>
                    <a:bodyPr/>
                    <a:lstStyle/>
                    <a:p>
                      <a:pPr algn="ctr"/>
                      <a:r>
                        <a:rPr lang="en-US" dirty="0"/>
                        <a:t>Estimated Average Flow Time</a:t>
                      </a:r>
                    </a:p>
                  </a:txBody>
                  <a:tcPr/>
                </a:tc>
                <a:tc hMerge="1">
                  <a:txBody>
                    <a:bodyPr/>
                    <a:lstStyle/>
                    <a:p>
                      <a:endParaRPr lang="en-US" dirty="0"/>
                    </a:p>
                  </a:txBody>
                  <a:tcPr/>
                </a:tc>
                <a:extLst>
                  <a:ext uri="{0D108BD9-81ED-4DB2-BD59-A6C34878D82A}">
                    <a16:rowId xmlns:a16="http://schemas.microsoft.com/office/drawing/2014/main" val="3413871605"/>
                  </a:ext>
                </a:extLst>
              </a:tr>
              <a:tr h="370840">
                <a:tc>
                  <a:txBody>
                    <a:bodyPr/>
                    <a:lstStyle/>
                    <a:p>
                      <a:r>
                        <a:rPr lang="en-US" dirty="0"/>
                        <a:t>Prepping</a:t>
                      </a:r>
                    </a:p>
                  </a:txBody>
                  <a:tcPr>
                    <a:lnR w="12700" cap="flat" cmpd="sng" algn="ctr">
                      <a:solidFill>
                        <a:schemeClr val="tx1"/>
                      </a:solidFill>
                      <a:prstDash val="solid"/>
                      <a:round/>
                      <a:headEnd type="none" w="med" len="med"/>
                      <a:tailEnd type="none" w="med" len="med"/>
                    </a:lnR>
                  </a:tcPr>
                </a:tc>
                <a:tc>
                  <a:txBody>
                    <a:bodyPr/>
                    <a:lstStyle/>
                    <a:p>
                      <a:r>
                        <a:rPr lang="en-US" dirty="0"/>
                        <a:t>30 minutes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699094"/>
                  </a:ext>
                </a:extLst>
              </a:tr>
              <a:tr h="370840">
                <a:tc>
                  <a:txBody>
                    <a:bodyPr/>
                    <a:lstStyle/>
                    <a:p>
                      <a:r>
                        <a:rPr lang="en-US" dirty="0"/>
                        <a:t>Dressing</a:t>
                      </a:r>
                    </a:p>
                  </a:txBody>
                  <a:tcPr>
                    <a:lnR w="12700" cap="flat" cmpd="sng" algn="ctr">
                      <a:solidFill>
                        <a:schemeClr val="tx1"/>
                      </a:solidFill>
                      <a:prstDash val="solid"/>
                      <a:round/>
                      <a:headEnd type="none" w="med" len="med"/>
                      <a:tailEnd type="none" w="med" len="med"/>
                    </a:lnR>
                  </a:tcPr>
                </a:tc>
                <a:tc>
                  <a:txBody>
                    <a:bodyPr/>
                    <a:lstStyle/>
                    <a:p>
                      <a:r>
                        <a:rPr lang="en-US" dirty="0"/>
                        <a:t>15 minutes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379767745"/>
                  </a:ext>
                </a:extLst>
              </a:tr>
              <a:tr h="370840">
                <a:tc>
                  <a:txBody>
                    <a:bodyPr/>
                    <a:lstStyle/>
                    <a:p>
                      <a:r>
                        <a:rPr lang="en-US" dirty="0"/>
                        <a:t>Traveling</a:t>
                      </a:r>
                    </a:p>
                  </a:txBody>
                  <a:tcPr>
                    <a:lnR w="12700" cap="flat" cmpd="sng" algn="ctr">
                      <a:solidFill>
                        <a:schemeClr val="tx1"/>
                      </a:solidFill>
                      <a:prstDash val="solid"/>
                      <a:round/>
                      <a:headEnd type="none" w="med" len="med"/>
                      <a:tailEnd type="none" w="med" len="med"/>
                    </a:lnR>
                  </a:tcPr>
                </a:tc>
                <a:tc>
                  <a:txBody>
                    <a:bodyPr/>
                    <a:lstStyle/>
                    <a:p>
                      <a:r>
                        <a:rPr lang="en-US" dirty="0"/>
                        <a:t>25 minutes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60055184"/>
                  </a:ext>
                </a:extLst>
              </a:tr>
              <a:tr h="370840">
                <a:tc>
                  <a:txBody>
                    <a:bodyPr/>
                    <a:lstStyle/>
                    <a:p>
                      <a:r>
                        <a:rPr lang="en-US" dirty="0"/>
                        <a:t>Working</a:t>
                      </a:r>
                    </a:p>
                  </a:txBody>
                  <a:tcPr>
                    <a:lnR w="12700" cap="flat" cmpd="sng" algn="ctr">
                      <a:solidFill>
                        <a:schemeClr val="tx1"/>
                      </a:solidFill>
                      <a:prstDash val="solid"/>
                      <a:round/>
                      <a:headEnd type="none" w="med" len="med"/>
                      <a:tailEnd type="none" w="med" len="med"/>
                    </a:lnR>
                  </a:tcPr>
                </a:tc>
                <a:tc>
                  <a:txBody>
                    <a:bodyPr/>
                    <a:lstStyle/>
                    <a:p>
                      <a:r>
                        <a:rPr lang="en-US" dirty="0"/>
                        <a:t>9 hours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47324174"/>
                  </a:ext>
                </a:extLst>
              </a:tr>
              <a:tr h="370840">
                <a:tc>
                  <a:txBody>
                    <a:bodyPr/>
                    <a:lstStyle/>
                    <a:p>
                      <a:r>
                        <a:rPr lang="en-US" dirty="0"/>
                        <a:t>Home Working</a:t>
                      </a:r>
                    </a:p>
                  </a:txBody>
                  <a:tcPr>
                    <a:lnR w="12700" cap="flat" cmpd="sng" algn="ctr">
                      <a:solidFill>
                        <a:schemeClr val="tx1"/>
                      </a:solidFill>
                      <a:prstDash val="solid"/>
                      <a:round/>
                      <a:headEnd type="none" w="med" len="med"/>
                      <a:tailEnd type="none" w="med" len="med"/>
                    </a:lnR>
                  </a:tcPr>
                </a:tc>
                <a:tc>
                  <a:txBody>
                    <a:bodyPr/>
                    <a:lstStyle/>
                    <a:p>
                      <a:r>
                        <a:rPr lang="en-US" dirty="0"/>
                        <a:t>2 hours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58919766"/>
                  </a:ext>
                </a:extLst>
              </a:tr>
              <a:tr h="370840">
                <a:tc>
                  <a:txBody>
                    <a:bodyPr/>
                    <a:lstStyle/>
                    <a:p>
                      <a:r>
                        <a:rPr lang="en-US" dirty="0"/>
                        <a:t>Relaxing</a:t>
                      </a:r>
                    </a:p>
                  </a:txBody>
                  <a:tcPr>
                    <a:lnR w="12700" cap="flat" cmpd="sng" algn="ctr">
                      <a:solidFill>
                        <a:schemeClr val="tx1"/>
                      </a:solidFill>
                      <a:prstDash val="solid"/>
                      <a:round/>
                      <a:headEnd type="none" w="med" len="med"/>
                      <a:tailEnd type="none" w="med" len="med"/>
                    </a:lnR>
                  </a:tcPr>
                </a:tc>
                <a:tc>
                  <a:txBody>
                    <a:bodyPr/>
                    <a:lstStyle/>
                    <a:p>
                      <a:r>
                        <a:rPr lang="en-US" dirty="0"/>
                        <a:t>10 hours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30420861"/>
                  </a:ext>
                </a:extLst>
              </a:tr>
            </a:tbl>
          </a:graphicData>
        </a:graphic>
      </p:graphicFrame>
    </p:spTree>
    <p:extLst>
      <p:ext uri="{BB962C8B-B14F-4D97-AF65-F5344CB8AC3E}">
        <p14:creationId xmlns:p14="http://schemas.microsoft.com/office/powerpoint/2010/main" val="1667462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38200" y="266219"/>
            <a:ext cx="10389243" cy="1424470"/>
          </a:xfrm>
          <a:noFill/>
        </p:spPr>
        <p:txBody>
          <a:bodyPr anchor="ctr">
            <a:noAutofit/>
          </a:bodyPr>
          <a:lstStyle/>
          <a:p>
            <a:pPr algn="ctr"/>
            <a:r>
              <a:rPr lang="en-US" dirty="0"/>
              <a:t>Optimizing Daily Routine</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838200" y="1509486"/>
            <a:ext cx="10753578" cy="4567519"/>
          </a:xfrm>
          <a:noFill/>
        </p:spPr>
        <p:txBody>
          <a:bodyPr vert="horz" lIns="91440" tIns="45720" rIns="91440" bIns="45720" rtlCol="0" anchor="t">
            <a:normAutofit fontScale="92500" lnSpcReduction="20000"/>
          </a:bodyPr>
          <a:lstStyle/>
          <a:p>
            <a:pPr marL="285750" indent="-285750">
              <a:buFont typeface="Wingdings" panose="05000000000000000000" pitchFamily="2" charset="2"/>
              <a:buChar char="§"/>
            </a:pPr>
            <a:r>
              <a:rPr lang="en-US" sz="1900" b="1" dirty="0"/>
              <a:t>Waste Elimination</a:t>
            </a:r>
          </a:p>
          <a:p>
            <a:pPr marL="514350" lvl="1" indent="-285750">
              <a:buFont typeface="Wingdings" panose="05000000000000000000" pitchFamily="2" charset="2"/>
              <a:buChar char="§"/>
            </a:pPr>
            <a:r>
              <a:rPr lang="en-US" sz="1900" dirty="0"/>
              <a:t>10 minutes used for getting dressed can be removed in the morning by wearing them instead of pajamas to sleep the previous night after showering. 5 minutes used to adjust hair can be reduced to 2 by wearing a bonnet to sleep. Can remote start car as walking from house which saves a minute and lets it warm up</a:t>
            </a:r>
          </a:p>
          <a:p>
            <a:pPr marL="285750" indent="-285750">
              <a:buFont typeface="Wingdings" panose="05000000000000000000" pitchFamily="2" charset="2"/>
              <a:buChar char="§"/>
            </a:pPr>
            <a:r>
              <a:rPr lang="en-US" sz="1900" b="1" dirty="0" err="1"/>
              <a:t>WorkFlow</a:t>
            </a:r>
            <a:r>
              <a:rPr lang="en-US" sz="1900" b="1" dirty="0"/>
              <a:t> Orchestration</a:t>
            </a:r>
          </a:p>
          <a:p>
            <a:pPr marL="514350" lvl="1" indent="-285750">
              <a:buFont typeface="Wingdings" panose="05000000000000000000" pitchFamily="2" charset="2"/>
              <a:buChar char="§"/>
            </a:pPr>
            <a:r>
              <a:rPr lang="en-US" sz="1900" dirty="0"/>
              <a:t>“Put on jacket” can be lumped together with “Get Dressed” even if jacket becomes an optional task. “Play Games” can be removed from relaxation steps if more time is need for the “Home Working” tasks. And time allotted to “Go to Sleep” can be reduced. Although that is not ideal. “Leave Work” and “Drive Home” can be merged into a single task as they have similar meanings. “Have Lunch” could also be removed from “Working” as it is not actual work but does require me to stay at Work location.</a:t>
            </a:r>
          </a:p>
          <a:p>
            <a:pPr marL="285750" indent="-285750">
              <a:buFont typeface="Wingdings" panose="05000000000000000000" pitchFamily="2" charset="2"/>
              <a:buChar char="§"/>
            </a:pPr>
            <a:r>
              <a:rPr lang="en-US" sz="1900" b="1" dirty="0"/>
              <a:t>Policy Governance Model</a:t>
            </a:r>
          </a:p>
          <a:p>
            <a:pPr marL="514350" lvl="1" indent="-285750">
              <a:buFont typeface="Wingdings" panose="05000000000000000000" pitchFamily="2" charset="2"/>
              <a:buChar char="§"/>
            </a:pPr>
            <a:r>
              <a:rPr lang="en-US" sz="1900" dirty="0"/>
              <a:t>There are several potential safety issues that require a review of the current security protocols. Both home and car door should be locked after use. Possibly add a step to look out peep hole to make sure immediate area is safe from strangers. Computer should be logged off when not in use. An automatic timer can be setup in case of forgetfulness to log off the computer when there is no activity in the past 5 minutes.</a:t>
            </a:r>
          </a:p>
          <a:p>
            <a:pPr marL="514350" lvl="1" indent="-285750">
              <a:buFont typeface="Wingdings" panose="05000000000000000000" pitchFamily="2" charset="2"/>
              <a:buChar char="§"/>
            </a:pPr>
            <a:endParaRPr lang="en-US" dirty="0"/>
          </a:p>
          <a:p>
            <a:endParaRPr lang="en-US" dirty="0"/>
          </a:p>
        </p:txBody>
      </p:sp>
    </p:spTree>
    <p:extLst>
      <p:ext uri="{BB962C8B-B14F-4D97-AF65-F5344CB8AC3E}">
        <p14:creationId xmlns:p14="http://schemas.microsoft.com/office/powerpoint/2010/main" val="1956697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4143374" y="295797"/>
            <a:ext cx="3905250" cy="952431"/>
          </a:xfrm>
          <a:noFill/>
        </p:spPr>
        <p:txBody>
          <a:bodyPr anchor="b"/>
          <a:lstStyle/>
          <a:p>
            <a:r>
              <a:rPr lang="en-US" dirty="0"/>
              <a:t>References</a:t>
            </a:r>
          </a:p>
        </p:txBody>
      </p:sp>
      <p:sp>
        <p:nvSpPr>
          <p:cNvPr id="4" name="TextBox 3">
            <a:extLst>
              <a:ext uri="{FF2B5EF4-FFF2-40B4-BE49-F238E27FC236}">
                <a16:creationId xmlns:a16="http://schemas.microsoft.com/office/drawing/2014/main" id="{B1DD9210-2385-8AB4-E68C-06A57EE56E56}"/>
              </a:ext>
            </a:extLst>
          </p:cNvPr>
          <p:cNvSpPr txBox="1"/>
          <p:nvPr/>
        </p:nvSpPr>
        <p:spPr>
          <a:xfrm>
            <a:off x="3777568" y="1248228"/>
            <a:ext cx="4636861" cy="5909310"/>
          </a:xfrm>
          <a:prstGeom prst="rect">
            <a:avLst/>
          </a:prstGeom>
          <a:noFill/>
        </p:spPr>
        <p:txBody>
          <a:bodyPr wrap="square" rtlCol="0">
            <a:spAutoFit/>
          </a:bodyPr>
          <a:lstStyle/>
          <a:p>
            <a:r>
              <a:rPr lang="en-US" dirty="0" err="1"/>
              <a:t>BasuMallick</a:t>
            </a:r>
            <a:r>
              <a:rPr lang="en-US" dirty="0"/>
              <a:t>, C. (2022, September 20). </a:t>
            </a:r>
            <a:r>
              <a:rPr lang="en-US" i="1" dirty="0"/>
              <a:t>What Is Value Stream Mapping? Definition, Working, and Examples |</a:t>
            </a:r>
            <a:r>
              <a:rPr lang="en-US" dirty="0"/>
              <a:t>. Spiceworks. https://www.spiceworks.com/tech/devops/articles/what-is-value-stream-mapping/</a:t>
            </a:r>
          </a:p>
          <a:p>
            <a:r>
              <a:rPr lang="en-US" dirty="0"/>
              <a:t>‌</a:t>
            </a:r>
          </a:p>
          <a:p>
            <a:endParaRPr lang="en-US" dirty="0"/>
          </a:p>
          <a:p>
            <a:r>
              <a:rPr lang="en-US" dirty="0"/>
              <a:t>Eisenstein, L. (2020, January 31). </a:t>
            </a:r>
            <a:r>
              <a:rPr lang="en-US" i="1" dirty="0"/>
              <a:t>What Is a Governance Model and Why Does it Matter?</a:t>
            </a:r>
            <a:r>
              <a:rPr lang="en-US" dirty="0"/>
              <a:t> </a:t>
            </a:r>
            <a:r>
              <a:rPr lang="en-US" dirty="0" err="1"/>
              <a:t>BoardEffect</a:t>
            </a:r>
            <a:r>
              <a:rPr lang="en-US" dirty="0"/>
              <a:t>. https://www.boardeffect.com/blog/what-governance-model-why-does-matter/</a:t>
            </a:r>
          </a:p>
          <a:p>
            <a:r>
              <a:rPr lang="en-US" dirty="0"/>
              <a:t>‌</a:t>
            </a:r>
          </a:p>
          <a:p>
            <a:endParaRPr lang="en-US" dirty="0"/>
          </a:p>
          <a:p>
            <a:r>
              <a:rPr lang="en-US" dirty="0"/>
              <a:t>Knight, L. (2020, October 29). </a:t>
            </a:r>
            <a:r>
              <a:rPr lang="en-US" i="1" dirty="0"/>
              <a:t>3 Easy Steps for Using VSM in Everyday Life - </a:t>
            </a:r>
            <a:r>
              <a:rPr lang="en-US" i="1" dirty="0" err="1"/>
              <a:t>ConnectALL</a:t>
            </a:r>
            <a:r>
              <a:rPr lang="en-US" dirty="0"/>
              <a:t>. </a:t>
            </a:r>
            <a:r>
              <a:rPr lang="en-US" dirty="0" err="1"/>
              <a:t>ConnectALL</a:t>
            </a:r>
            <a:r>
              <a:rPr lang="en-US" dirty="0"/>
              <a:t> - 3 Easy Steps for Using </a:t>
            </a:r>
            <a:r>
              <a:rPr lang="en-US" dirty="0" err="1"/>
              <a:t>vsm</a:t>
            </a:r>
            <a:r>
              <a:rPr lang="en-US" dirty="0"/>
              <a:t> in Everyday Life. https://www.connectall.com/3-easy-steps-for-using-vsm-in-everyday-life/</a:t>
            </a:r>
          </a:p>
          <a:p>
            <a:r>
              <a:rPr lang="en-US" dirty="0"/>
              <a:t>‌</a:t>
            </a:r>
          </a:p>
          <a:p>
            <a:endParaRPr lang="en-US" dirty="0"/>
          </a:p>
        </p:txBody>
      </p:sp>
    </p:spTree>
    <p:extLst>
      <p:ext uri="{BB962C8B-B14F-4D97-AF65-F5344CB8AC3E}">
        <p14:creationId xmlns:p14="http://schemas.microsoft.com/office/powerpoint/2010/main" val="611567175"/>
      </p:ext>
    </p:extLst>
  </p:cSld>
  <p:clrMapOvr>
    <a:masterClrMapping/>
  </p:clrMapOvr>
</p:sld>
</file>

<file path=ppt/theme/theme1.xml><?xml version="1.0" encoding="utf-8"?>
<a:theme xmlns:a="http://schemas.openxmlformats.org/drawingml/2006/main" name="Custom">
  <a:themeElements>
    <a:clrScheme name="TM10081922">
      <a:dk1>
        <a:srgbClr val="000000"/>
      </a:dk1>
      <a:lt1>
        <a:srgbClr val="FFFFFF"/>
      </a:lt1>
      <a:dk2>
        <a:srgbClr val="435369"/>
      </a:dk2>
      <a:lt2>
        <a:srgbClr val="E7E5E5"/>
      </a:lt2>
      <a:accent1>
        <a:srgbClr val="F2E5D8"/>
      </a:accent1>
      <a:accent2>
        <a:srgbClr val="8C3A27"/>
      </a:accent2>
      <a:accent3>
        <a:srgbClr val="F0C8BC"/>
      </a:accent3>
      <a:accent4>
        <a:srgbClr val="D9A390"/>
      </a:accent4>
      <a:accent5>
        <a:srgbClr val="FFF6F4"/>
      </a:accent5>
      <a:accent6>
        <a:srgbClr val="183F1E"/>
      </a:accent6>
      <a:hlink>
        <a:srgbClr val="467886"/>
      </a:hlink>
      <a:folHlink>
        <a:srgbClr val="96607D"/>
      </a:folHlink>
    </a:clrScheme>
    <a:fontScheme name="Custom 100">
      <a:majorFont>
        <a:latin typeface="Tisa Offc Serif Pro"/>
        <a:ea typeface=""/>
        <a:cs typeface=""/>
      </a:majorFont>
      <a:minorFont>
        <a:latin typeface="Qui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10081922_Win32_SL_V4" id="{CCBED28E-3218-45D8-920F-A2D91CCE8680}" vid="{A1C6549C-A185-4AC8-97B3-DFFFA73555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349358-775F-4CF9-9AE6-33A7901637E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B2D96AF-4C9E-4DD0-A165-CD22BB87D090}">
  <ds:schemaRefs>
    <ds:schemaRef ds:uri="http://schemas.microsoft.com/sharepoint/v3/contenttype/forms"/>
  </ds:schemaRefs>
</ds:datastoreItem>
</file>

<file path=customXml/itemProps3.xml><?xml version="1.0" encoding="utf-8"?>
<ds:datastoreItem xmlns:ds="http://schemas.openxmlformats.org/officeDocument/2006/customXml" ds:itemID="{FAF1DBB7-4BA2-49E3-BEC8-A38406CA5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{9F94EBEE-5F7E-43E5-9465-43213C0C049A}TF96423eb0-8e02-4a99-b83b-bc60d19202d5328e4d86_win32-c07ae754e67e</Template>
  <TotalTime>97</TotalTime>
  <Words>501</Words>
  <Application>Microsoft Office PowerPoint</Application>
  <PresentationFormat>Widescreen</PresentationFormat>
  <Paragraphs>65</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Arial</vt:lpstr>
      <vt:lpstr>Calibri</vt:lpstr>
      <vt:lpstr>Quire Sans Pro Light</vt:lpstr>
      <vt:lpstr>Tisa Offc Serif Pro</vt:lpstr>
      <vt:lpstr>Wingdings</vt:lpstr>
      <vt:lpstr>Custom</vt:lpstr>
      <vt:lpstr>My Daily VSM Map Juedeja Richard Module 5.2</vt:lpstr>
      <vt:lpstr>Daily Map</vt:lpstr>
      <vt:lpstr>Lean Metrics</vt:lpstr>
      <vt:lpstr>Optimizing Daily Routine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Deja Richard</dc:creator>
  <cp:lastModifiedBy>Deja Richard</cp:lastModifiedBy>
  <cp:revision>4</cp:revision>
  <dcterms:created xsi:type="dcterms:W3CDTF">2025-11-23T23:16:59Z</dcterms:created>
  <dcterms:modified xsi:type="dcterms:W3CDTF">2025-11-24T00:54:25Z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